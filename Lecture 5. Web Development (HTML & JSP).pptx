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5" r:id="rId5"/>
    <p:sldId id="271" r:id="rId6"/>
    <p:sldId id="276" r:id="rId7"/>
    <p:sldId id="272" r:id="rId8"/>
    <p:sldId id="273" r:id="rId9"/>
    <p:sldId id="266" r:id="rId10"/>
    <p:sldId id="270" r:id="rId11"/>
    <p:sldId id="267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68" r:id="rId22"/>
    <p:sldId id="26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2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994" autoAdjust="0"/>
    <p:restoredTop sz="88741" autoAdjust="0"/>
  </p:normalViewPr>
  <p:slideViewPr>
    <p:cSldViewPr>
      <p:cViewPr>
        <p:scale>
          <a:sx n="75" d="100"/>
          <a:sy n="75" d="100"/>
        </p:scale>
        <p:origin x="-1939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Welcome everyone. Today we are demystifying how websites are built. By the end of this session, you will understand the three core languages of the web.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We will move logically from skeleton to skin to muscle. We'll look at code examples for each and see how they combine.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You don't need to be a server expert yet. Just know that your code lives on a computer somewhere, and the browser downloads it to show the user.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This is the most important analogy. HTML is useless without structure, ugly without CSS, and static without JS.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This is the most important analogy. HTML is useless without structure, ugly without CSS, and static without JS.</a:t>
            </a:r>
            <a:endParaRPr lang="en-US" smtClean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Think of tags as containers. You put content inside the opening and closing tag to tell the browser what that content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These are the Lego bricks you will use 90% of the time. Note that images don't have a closing tag because they don't hold text inside them.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Every HTML file needs this boilerplate. The head is for the browser's eyes; the body is for the user's eyes.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Split screen. Left side: Code. Right side: Browser Render.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(Live Demo Idea) If possible, switch to a code editor here and type this out to show how saving the file updates the browser.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Visual:</a:t>
            </a:r>
            <a:r>
              <a:rPr lang="en-US" dirty="0" smtClean="0"/>
              <a:t> Before (Plain HTML) vs. After (Styled CSS) screenshot.</a:t>
            </a:r>
          </a:p>
          <a:p>
            <a:r>
              <a:rPr lang="en-US" b="1" dirty="0" smtClean="0"/>
              <a:t>Speaker Notes:</a:t>
            </a:r>
            <a:r>
              <a:rPr lang="en-US" dirty="0" smtClean="0"/>
              <a:t> Without CSS, the web would look like a Word document from 1995. CSS makes it beautiful.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select 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want to style, open the curly braces, and declare 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want it to look.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Classes are your best friend. Use them for groups of items. Use IDs for specific sections like a navigation bar.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Visual:</a:t>
            </a:r>
            <a:r>
              <a:rPr lang="en-US" dirty="0" smtClean="0"/>
              <a:t> Diagram of the Box Model (Content -&gt; Padding -&gt; Border -&gt; Margin).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This is the #1 concept beginners struggle with. If things aren't spacing correctly, it's usually a Margin or Padding issue.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Visual:</a:t>
            </a:r>
            <a:r>
              <a:rPr lang="en-US" dirty="0" smtClean="0"/>
              <a:t> Split screen. Code on left, Result on right.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Notice how the button changes from a grey default to a branded green button just with a few lines of code.</a:t>
            </a: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Speaker Notes:</a:t>
            </a:r>
            <a:r>
              <a:rPr lang="en-US" dirty="0" smtClean="0"/>
              <a:t> HTML/CSS are static. JS is dynamic. It allows the page to change </a:t>
            </a:r>
            <a:r>
              <a:rPr lang="en-US" i="1" dirty="0" smtClean="0"/>
              <a:t>after</a:t>
            </a:r>
            <a:r>
              <a:rPr lang="en-US" dirty="0" smtClean="0"/>
              <a:t> it has loaded.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let creates a variable. We use quotes for text and no quotes for numbers.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Instead of writing the same code twice, write a function once and run it whenever you need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DOM is the bridge. It allows JavaScript to reach into your HTML and swap out text, colors, or images.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This is how we make buttons work. We tell the button: "When clicked, run the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sayHello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function."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Visual:</a:t>
            </a:r>
            <a:r>
              <a:rPr lang="en-US" dirty="0" smtClean="0"/>
              <a:t> Logos of VS Code and Chrome </a:t>
            </a:r>
            <a:r>
              <a:rPr lang="en-US" dirty="0" err="1" smtClean="0"/>
              <a:t>DevTools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Speaker Notes:</a:t>
            </a:r>
            <a:r>
              <a:rPr lang="en-US" dirty="0" smtClean="0"/>
              <a:t> Download VS Code. Learn to right-click and "Inspect" on any website to see their HTML/CSS. It's the best way to learn.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Speaker Notes:</a:t>
            </a:r>
            <a:r>
              <a:rPr lang="en-US" dirty="0" smtClean="0"/>
              <a:t> You can't learn this just by watching. You must type the code. Start small, break things, and fix them. Thank you!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1971666"/>
            <a:ext cx="8358246" cy="2171714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Web Development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Web Development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357430"/>
            <a:ext cx="8229600" cy="971544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Building the Web with CSS, HTML &amp; JavaScript</a:t>
            </a:r>
            <a:endParaRPr lang="en-US" dirty="0"/>
          </a:p>
        </p:txBody>
      </p:sp>
      <p:sp>
        <p:nvSpPr>
          <p:cNvPr id="3074" name="AutoShape 2" descr="data:image/jpeg;base64,/9j/4AAQSkZJRgABAQAAAQABAAD/2wCEAAkGBwgHBgkIBwgKCgkLDRYPDQwMDRsUFRAWIB0iIiAdHx8kKDQsJCYxJx8fLT0tMTU3Ojo6Iys/RD84QzQ5OjcBCgoKDQwNGg8PGjclHyU3Nzc3Nzc3Nzc3Nzc3Nzc3Nzc3Nzc3Nzc3Nzc3Nzc3Nzc3Nzc3Nzc3Nzc3Nzc3Nzc3N//AABEIAJQAygMBEQACEQEDEQH/xAAcAAEAAQUBAQAAAAAAAAAAAAAABgIDBAUHAQj/xABFEAABAwMBAwUNBQYFBQAAAAABAAIDBAURBhIhMRNBUVKRBxQWVGFxgZKTobHB4RUiU2LRMzRChKLSNnN0svEjJDJjcv/EABwBAQACAwEBAQAAAAAAAAAAAAAEBQEDBgIHCP/EADgRAAIBAwEEBgcIAwEBAAAAAAABAgMEEQUSITFRFDJhcaHBBhVBUoGRsRMiIzM0YtHwJHLhQhb/2gAMAwEAAhEDEQA/AO4oAgCAIAgCAIAgCAIAgCAIAgCAIAgCAIAgCAIAgCAIAgCAIAgCAIAgCAIAgCAIAgCAIAgCAIAgCAIAgCAIAgCAIAgCAIAgCAIAgCAIAgCAIAgCAIAgCAIAgCAIAgCAIAgCAIAgCAIAgCAFAc+1nqW72m9mmpJ42wmJrg0xgkE5zvUKvWnCeEdPpOm2tzbbdSLby/aaPw4v/jMfsQtPSanMs/Ull7r+Y8OL/wCMx+xCdJqcx6ksvdfzHhxf/GY/YhOk1OY9SWXuv5jw4v8A4zH7EJ0mpzHqSy91/Mri1nqKV2zHOxx44EITpNTmeZaNYRWXFr4l3wr1R12+wCdJqczx6q07l4jwr1R12+wCdJqcx6q03+seFeqOu32ATpNTmPVWm/1jwr1R12+wCdJqcx6q03+sQau1E6up6eWdjeUlY0jkRwJwsxuKjaMVNJsVSlOK4J+06oOAVkcWeoAgCAIAgCAIAgCAIAgCAIAgOY90+MNvFLJ14MdhKr7pffXcdh6OSzQku3yIaop0QQBAEBn2X96f/ln4hCJe9Rd5vAsFcEAQAoDComcvq2hjxwlZ7t62UuujdWexYVJdjOxDgrc4MIAgCAIAgCAIAgCAtyTRxDMr2sBOAXEBEs8DDaXEo78pvGIfaBetmXIxtx5jvym8Yh9oE2Zchtx5jvym8Yh9oFjZfIbceY78pvGIfaBNmXIbceZz7uoGKWa3SxSMf92Rp2XA9Uj5qDeLDizq/RmomqkV2eZB1COpJDouy0l7qquGtMoEUbXs5N2Ocg59ykW9ONR4ZT6xe1bSEJUsb208+BLvAGzdaq9r9FJ6LDtKFekF3j2fIeANn61V7X6J0WHaP/oLvs+RepNEWqCXbjdUZxjfJ9E6LT7TXU1y5qLDSMzwSt/Wn9f6LHRKfaavWtfsHglbutN630TokO0eta/YYN60/RUFtmqYnS7bcAbTt28gLXWt4Qg5IkWmoVq1ZQeMEWKhF2WdNgSa2pi4gNbI4knyMK3UMfaLJ6v3s6bJLl5nWBPFj9qz1grPbjzOJ2Jchy8X4rPWCbceY2Jchy8P4rPWCbceY2Jchy8P4rPWCbceY2Jchy8X4jPWCbceY2JcisOBxhejyeoAgCAICF91WLb05HJj9lUtPmyCPmpunv8AGK3VFmhnkzko2nHDQ4noCutxzqyyvk5uo/1Vjajz8T1sz5Mv0lO6RzhJFIejcVshstmup9pFbjI7yH4UnvWzEDVtVQ+ERNB2XNJPPnoKoNfhFUoNc8eH/DvPQKrLpVanL2xT+T/6WyuWPqKJX3NZNnUMrOZ9I/tDm/VSrTrlD6RRzaJ8pL6M6crA4sjUmubJHI5j31Ic1xaf+geIOCo/Saa4lxHQryUU1jf2l2k1rZqiXYifUF2M74SE6VTPNTRLumsyx8zK8K7Z0zezWOlUzV6ruOz5jwrtnTN7NOlUx6quOz5mt1BfaOvtrqemMm25zT95mNwOVqr3EJwcUS7Kxq0aynPGN/tIzxChF0zVWsbd5kd0bZ+SjXjxS+JMud1sl3G/VQVR7snGcHHThZwzGUbKKmhdG0mPJIGSvG/2ESVWWeJX3pD+F8U+8Y+1lzLNZTxsg+6zDsgcSiy3snunUk5b2TaBuzGxvQ0D3Lu4LCOdk8yZdXowEAQBARfujRcrpKs/K5juxwUqyeK6IWoRzbyOXaUr4bbf6SqqnbEDHHlHbJdgYPMFb3MHOk0uJQ2dVUqylLgdMOttNDjWY/ln/wBqqehXHLxLz1hbe94Muw6z02/OzWZ/l3/2rKsbl8F4ow9StFxl4Mz7ZfbVdah1PQy8pI1m2QYnNwN3SPKFrq2taitqawbKN5Qry2aby+4hndNI+0adgAGxDntctdzDNhKX7l/HmXGg1NnWow5wl9U/IhaoUfRiRaBk5PU8AP8AHG9vuz8lvtnioU+uxzZS70dX4KzOFOI3hnJXm4R9Wrmx5ts492FUTWJs+kWctq3pv9q+iLll/en/AOWfiF4MXnUXebwLBXBAMIAd29AavT/3q2Z/5fifooV+/wANEu+3Ukv7wN8eBVYyr9pMa1o+wHnAz3vn3LqrhLoEv9fI56i30td57pwDvN2QOb4KNoqTpz7z1fP75lvuFHG9zHvw5pwfuH9FLnqFrTk4Se9dhoVvVksojtyc2asaWb2vnGPMudqTjWu248G15FrbpwptPikS8BdiUZ6gCAIAgNJrKPltL3Jn/pJ7N63WzxWi+0j3azQkuw4WuiOSMihoaq4TcjRU8k8oG1sRjJx0rxOcYLMng906U6jxBZNxR6avjXP2rVVDOOLEp3VBPrI9VbG5aWIMmXc/tNdQ3CqmrqSWAciGMLxjOTv+Cg6lXp1IRUHneWOkW1WlUlKpHG40/dEk27/KB/BAwfNRq1POlT7/ADRc6TV2fSGmuxrwZFFy59XRt9IyclqW3u6ZdntBW2i8VIlfqsdqzqLsOxK1PnxzDUemr1U3+vnpbfJLBLLtse17ACC0Z4uHPlV9WhNzbSOz0/U7Sna04TnhpcnzfYW7Tpi+RVDjLbZGgsIBMjOkdDlr+wq8jbc6pZzglGouPJ/wbf7Au3iT/Xb+qx0eryIPT7b3/r/A+wLt4k/12/qnR6vIdPtvf8H/AAYtXQVVC5gq4TEXcMkHPYV4nTlDrI3UrilW6ksmJMcRuPQ0rwb0stIwtON/bv8AKAq++fVRv1B9VG6PAqufArkTKs/w/J/ph/tC6y5/QS/18jnaP6td/me6d/cyfKPgo2i/lS7/ACPV/wDmf3mYlXTTvqpnNheWl5wQ1VN1aV515yjBtZfsJNKrTUEm0YEbdq5ULOmbPYtVjHNzBdpvk8UZvsJku0KIIAgCAIDBvUXLWiujIztQPH9JXum8TTPFVZg0fPwXSnGm70heorDdXVk0L5WmJzNlhAO/HT5lHuaMqsNlEyzrqhNyaJxT90ehkJxb6kY/M1QYaXOX/pFhPWaUeMX4Ei07for7FNJDA+JsTg07ZBzz8yjXNrK3aUnnJNs7yN1FyisYOdazfympa/fuB2exoVjKGdLa7GQbGrs+kFOX7kiPLiz7YjMs0nI3igk6Khm/0gfNe4PE0Rb2KlbzXY/odt39BVufNsjf0FMDKKmbihnJcygPUBDNavzW0zOiMntP0UC86yL/AEeP4cn2kXrTs0kx6GlQy7pLM0ijT0OzbzN15C3sA/VV9/Hqy7zF/PNXZ7DZngq58CGTKs/w+/8A0w+AXW3H6B/6+RztH9Wu/wAy1YquCno9maQNJwcYJ5lW6Zd0KFJqpLDybrulOdTMUbjlGvgMsZy0tyCrtVIzpbceDWfAgbLUsMi9CNu90Y6Np3uK5bTI7V3F978H/JcV91tP4EuXXlKEAQBAEBTIwSRuYeDgQURh70fOTmuaHNO5wBB8hXT5yjjcYlhnVLvo+guVjjms9FBBWyMY9jw4taQcE5HDh5FTUrudOo1N7i/q2NOrRTprEiKU2jb/ABzvjdQHfwcJWFvblWdO+oJNuRT1dNuZNJROhaLs9VZaCaKsDOUll2/uOzgYAVXf3MK81KHBF1ptrUtqTjU4tnONRycpe7hIeBqXj+rCt9j/AAtn9vkU1GpjVYz5TX1NVzDzLgT74uYBLSHA4I3gjdjCGJLO42AuV3OMVdcfM962bc+ZE6NacdiPgUvul1YQJK2tbkZ+9I4ZWNua4szG1tZcIR+SM2z3S4PqnB9bUuGwTvlJ5wjqT5mi7tKEYJqC48jeU1ZWSVMLO+pyHStBHKHpSM5OS3lZVoUY029lcOXYdI4BW5yZBtXv2rxs9SJo+Krbp/iHSaUsUM82Rq6nZoZcc4A96jFxbrNRGztEOzpSkkx/5VMm/s/RR9Qj+BTfa/oQbqeb+a5RX98TbR2SWot0dVTPD3PbnkyMHOeYrTHTJ1LdVYPLa4FfK+jCs6c1uXtN9XNc2wytc3Dm0+COjcrq5TVjJP3fIq6DTuk1zNNA1z4mBjSTsgYHmXJbMpN4WfgWc2lJ5ZJHjkbY4cNmL5LrmvsrPuj5FQvvVviaKyt2r638kBPvx81RaNH/ACF2J+RZXb/xu9kqXVlOEAQBAEAQHz5eIxDdq+IcGVMjR6HFdJSeYJ9hyFwsVZJc2be262vlvijhZURSwxtDWMmiBAA3AZGD71onZUZvOCRT1GvTWM5RIaTuj1D43B1th5QAbxKcdmPmtMdMhJ9YkT1maj1DDrNaXup3Mnjp2dEUY+JyVMhptCHFZ7yBV1e5nuTx3IjFZMXhxc/alc7JJO8klSp42NlEKnKX2m2+PE8c0se5jhgtJafOF85fFn6KpvMU+ZQ8bTHDyFD37Udytr2zW6klAH34GO3DpaCraG+CPmddONWceTf1Ipryw3C6TUs9ugEwijc1zNsB3HmzuWi5pSm04l1omoULZSjVeMvJFLZbLhT17o56GqjfsEYdEd+8cOlQnTmnwL64u6FSknGaa7yVWmy3A1tPNJTOjia8OcXkA483FbaVCbkngpLq+ofZyjGWXgnY4KyOcOfalft32q/KWt/pCqrj8xnUadHFvH4kevJxRY6zgPn8lqRbWyzUJNRQ7Gg7a7n5Qv8AWLvovGox/wAOLfMpK1TOp1e7yRmWy+ijp2U8sBc1mcOa7fxytFpqaoU1TlHOO0j3Ng6s3UUjMrb1RVVvqI2uc2R0ZAa5p3nzhS7jUaFa3nBPe0/YRqNlWp1oya3F20VsFLRNEmdvoA8iiWF7Rt6LU+ORc0Z1Kv3eB7W3dksL4wzYa4YLnFLrVvtabpxjxMUrRxkpNmPpsiW61MjSCGxNAx5f+FjRI/iyfJeZtv8A7tGK7STrpSpCAIAgCA8JQGkuWnbFcHPfW0MJkdxe3LHH0hboXFWG5SI9S1o1N8okYuGgLK7JpbhPTHqvw9v6+9SYahUXWSZCnpVJ9VtGlGipYpy2K8UYjPF5Bz2KVHUopdVkSWjybw5G4odC2w4dW3aeoPViwxvwK0T1Ko+qiTT0ijHrMkdu0vp6i2XQUMTnjfty5efeos7qtPiybTs6NPhE5Zd4+RvNwi6tXLjzbZx7lQTWJs+p2c1O2py/avoYi8kk6jpjUVqNooaWWviiqIoGRuZKdjeBjcTx9CsaVWGwk2cLqOnXKuKlSMG4tt7t5JmPa9ocxzXA87TlSE88CocWtzRcj3FDBXkeTCAxqm40VNunqoWHoLxnsXh1Ix4s2wt6tTqRb+Bz65ztqLlUzMdtMkkJacc3MqqrJSm2jqraDp0YxfFI0l8P/bxj8+ewfVeCytF95nTNN08fgvbIKhjXDvWMuDhuyWgn4q0jTjKkozWUcZf1ZdNqyi8fef1PKmz2p/AGJ3Sx2PoolTS7afCOO4xC/rx9ue81VVZqZmTDcGeaQfooU9F9yfzJUNT9+PyEFByga2W5RNA3Yj3rxDRZN5lIxK/prqxNhT2W2Ah0kkk5/M7A9ym0tIt48cv+9holqFZ8MI29JT01OCKaNjAeOyOKn0qFOluhFLuIk6s6jzJ5MpbjWEAQBAEB4QgPDG08WgoCg00LuMbT6EBR3lTZ/YR9izkxgqFLAOETR5gsZGCrk2NG5oRGTjWrmclqm5txjM20PS0H5qqrfmM+g6U9qypd3mzULUWI5sIYL9JWVNGQaSolg8kbyB2L0pSXBmqrb0qv5kU+9Eks2rb057oZKpsgDMhz4wXDeOf9Vt6TUS4lNd6PaRW0o4+Jk1FxranPL1Urx0bWPcFrlVnLizVTtaNPqxRiAb9w3leMs34PeHEgelYMmnv8mWMZGQ5wDjgFZwT7Jb22dloYmxUMEQG5kbWj0DCuI9VHz6rLaqSlzZeMUbuLAvRrLZpKc8YWdixgZPBR044Qs7EwZyVtgibwY3sWTBWGgcAEBUEAQBAEAQBAEAQBAEB4d6Ai1+0TSXesfWd9zwzvA2sBrmHAxwxn3qPUt4zeS4stZq2tNU9lOK+ZGavue3KIE0tRBP5DlhUd2k1wLij6RW8t04teJoq3T14ocmot1Rsj+KNu2P6crVKlOPFFpR1K0rdWovju+prCC1xa4FrhzHctT3cSanngZdtnjp6hzpiWgsIG7yhCPcxdSCSMyS8Rg4jicT5ThYI8bSXtZXTi93E4oaCdwPBzYjs4/wDo7lsjSk+CPM3aUPzZr57/AJcTaU2ir9V4NVLHTg8z5Noj0Bbo203xIVTWrGlugm/h/JuKLucUrXNfWXCeQgg7MTWsHm35W6NpH2sgVfSKpJNU4Jd+/wDgnLRstAHMpZzh6gCAIAgCAIAgCAIAgCAIAgCA8JQHheBxQFt07BxJQFl1dC3ihnBZfd6VnErA2TX11ystS3Zq4IZR+dgK8uMXxRupVq1LqSaNFLRaNfMHmHYOd7WSua3sytfR6eeBYR1m+jHZ2/BG1t9TpyjwKOlp2Y4ODBntXtQhHgiHWu7mt+ZNv4m2ZeaN25pXsi7JfbXwO4LJjBebUxngUGC4JAUBUDlAeoAgCAIAgCAIAgCAIAgCAIAgKS0HiEBSYWO4tQFt1JC7ixAW3W6mdxjCGclp1mojxhHYgyU/YdB+A3sQbTKm2ahHCFvYgyXG2ylbwiCDJcbRQN4MCGC4II28GoCsNA4BAVIAgCAIAgCAIAgCAIAgCAIAgCAIAgCAIAgCAIAg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data:image/jpeg;base64,/9j/4AAQSkZJRgABAQAAAQABAAD/2wCEAAkGBwgHBgkIBwgKCgkLDRYPDQwMDRsUFRAWIB0iIiAdHx8kKDQsJCYxJx8fLT0tMTU3Ojo6Iys/RD84QzQ5OjcBCgoKDQwNGg8PGjclHyU3Nzc3Nzc3Nzc3Nzc3Nzc3Nzc3Nzc3Nzc3Nzc3Nzc3Nzc3Nzc3Nzc3Nzc3Nzc3Nzc3N//AABEIAJQAygMBEQACEQEDEQH/xAAcAAEAAQUBAQAAAAAAAAAAAAAABgIDBAUHAQj/xABFEAABAwMBAwUNBQYFBQAAAAABAAIDBAURBhIhMRNBUVKRBxQWVGFxgZKTobHB4RUiU2LRMzRChKLSNnN0svEjJDJjcv/EABwBAQACAwEBAQAAAAAAAAAAAAAEBQEDBgIHCP/EADgRAAIBAwEEBgcIAwEBAAAAAAABAgMEEQUSITFRFDJhcaHBBhVBUoGRsRMiIzM0YtHwJHLhQhb/2gAMAwEAAhEDEQA/AO4oAgCAIAgCAIAgCAIAgCAIAgCAIAgCAIAgCAIAgCAIAgCAIAgCAIAgCAIAgCAIAgCAIAgCAIAgCAIAgCAIAgCAIAgCAIAgCAIAgCAIAgCAIAgCAIAgCAIAgCAIAgCAIAgCAIAgCAIAgCAFAc+1nqW72m9mmpJ42wmJrg0xgkE5zvUKvWnCeEdPpOm2tzbbdSLby/aaPw4v/jMfsQtPSanMs/Ull7r+Y8OL/wCMx+xCdJqcx6ksvdfzHhxf/GY/YhOk1OY9SWXuv5jw4v8A4zH7EJ0mpzHqSy91/Mri1nqKV2zHOxx44EITpNTmeZaNYRWXFr4l3wr1R12+wCdJqczx6q07l4jwr1R12+wCdJqcx6q03+seFeqOu32ATpNTmPVWm/1jwr1R12+wCdJqcx6q03+sQau1E6up6eWdjeUlY0jkRwJwsxuKjaMVNJsVSlOK4J+06oOAVkcWeoAgCAIAgCAIAgCAIAgCAIAgOY90+MNvFLJ14MdhKr7pffXcdh6OSzQku3yIaop0QQBAEBn2X96f/ln4hCJe9Rd5vAsFcEAQAoDComcvq2hjxwlZ7t62UuujdWexYVJdjOxDgrc4MIAgCAIAgCAIAgCAtyTRxDMr2sBOAXEBEs8DDaXEo78pvGIfaBetmXIxtx5jvym8Yh9oE2Zchtx5jvym8Yh9oFjZfIbceY78pvGIfaBNmXIbceZz7uoGKWa3SxSMf92Rp2XA9Uj5qDeLDizq/RmomqkV2eZB1COpJDouy0l7qquGtMoEUbXs5N2Ocg59ykW9ONR4ZT6xe1bSEJUsb208+BLvAGzdaq9r9FJ6LDtKFekF3j2fIeANn61V7X6J0WHaP/oLvs+RepNEWqCXbjdUZxjfJ9E6LT7TXU1y5qLDSMzwSt/Wn9f6LHRKfaavWtfsHglbutN630TokO0eta/YYN60/RUFtmqYnS7bcAbTt28gLXWt4Qg5IkWmoVq1ZQeMEWKhF2WdNgSa2pi4gNbI4knyMK3UMfaLJ6v3s6bJLl5nWBPFj9qz1grPbjzOJ2Jchy8X4rPWCbceY2Jchy8P4rPWCbceY2Jchy8P4rPWCbceY2Jchy8X4jPWCbceY2JcisOBxhejyeoAgCAICF91WLb05HJj9lUtPmyCPmpunv8AGK3VFmhnkzko2nHDQ4noCutxzqyyvk5uo/1Vjajz8T1sz5Mv0lO6RzhJFIejcVshstmup9pFbjI7yH4UnvWzEDVtVQ+ERNB2XNJPPnoKoNfhFUoNc8eH/DvPQKrLpVanL2xT+T/6WyuWPqKJX3NZNnUMrOZ9I/tDm/VSrTrlD6RRzaJ8pL6M6crA4sjUmubJHI5j31Ic1xaf+geIOCo/Saa4lxHQryUU1jf2l2k1rZqiXYifUF2M74SE6VTPNTRLumsyx8zK8K7Z0zezWOlUzV6ruOz5jwrtnTN7NOlUx6quOz5mt1BfaOvtrqemMm25zT95mNwOVqr3EJwcUS7Kxq0aynPGN/tIzxChF0zVWsbd5kd0bZ+SjXjxS+JMud1sl3G/VQVR7snGcHHThZwzGUbKKmhdG0mPJIGSvG/2ESVWWeJX3pD+F8U+8Y+1lzLNZTxsg+6zDsgcSiy3snunUk5b2TaBuzGxvQ0D3Lu4LCOdk8yZdXowEAQBARfujRcrpKs/K5juxwUqyeK6IWoRzbyOXaUr4bbf6SqqnbEDHHlHbJdgYPMFb3MHOk0uJQ2dVUqylLgdMOttNDjWY/ln/wBqqehXHLxLz1hbe94Muw6z02/OzWZ/l3/2rKsbl8F4ow9StFxl4Mz7ZfbVdah1PQy8pI1m2QYnNwN3SPKFrq2taitqawbKN5Qry2aby+4hndNI+0adgAGxDntctdzDNhKX7l/HmXGg1NnWow5wl9U/IhaoUfRiRaBk5PU8AP8AHG9vuz8lvtnioU+uxzZS70dX4KzOFOI3hnJXm4R9Wrmx5ts492FUTWJs+kWctq3pv9q+iLll/en/AOWfiF4MXnUXebwLBXBAMIAd29AavT/3q2Z/5fifooV+/wANEu+3Ukv7wN8eBVYyr9pMa1o+wHnAz3vn3LqrhLoEv9fI56i30td57pwDvN2QOb4KNoqTpz7z1fP75lvuFHG9zHvw5pwfuH9FLnqFrTk4Se9dhoVvVksojtyc2asaWb2vnGPMudqTjWu248G15FrbpwptPikS8BdiUZ6gCAIAgNJrKPltL3Jn/pJ7N63WzxWi+0j3azQkuw4WuiOSMihoaq4TcjRU8k8oG1sRjJx0rxOcYLMng906U6jxBZNxR6avjXP2rVVDOOLEp3VBPrI9VbG5aWIMmXc/tNdQ3CqmrqSWAciGMLxjOTv+Cg6lXp1IRUHneWOkW1WlUlKpHG40/dEk27/KB/BAwfNRq1POlT7/ADRc6TV2fSGmuxrwZFFy59XRt9IyclqW3u6ZdntBW2i8VIlfqsdqzqLsOxK1PnxzDUemr1U3+vnpbfJLBLLtse17ACC0Z4uHPlV9WhNzbSOz0/U7Sna04TnhpcnzfYW7Tpi+RVDjLbZGgsIBMjOkdDlr+wq8jbc6pZzglGouPJ/wbf7Au3iT/Xb+qx0eryIPT7b3/r/A+wLt4k/12/qnR6vIdPtvf8H/AAYtXQVVC5gq4TEXcMkHPYV4nTlDrI3UrilW6ksmJMcRuPQ0rwb0stIwtON/bv8AKAq++fVRv1B9VG6PAqufArkTKs/w/J/ph/tC6y5/QS/18jnaP6td/me6d/cyfKPgo2i/lS7/ACPV/wDmf3mYlXTTvqpnNheWl5wQ1VN1aV515yjBtZfsJNKrTUEm0YEbdq5ULOmbPYtVjHNzBdpvk8UZvsJku0KIIAgCAIDBvUXLWiujIztQPH9JXum8TTPFVZg0fPwXSnGm70heorDdXVk0L5WmJzNlhAO/HT5lHuaMqsNlEyzrqhNyaJxT90ehkJxb6kY/M1QYaXOX/pFhPWaUeMX4Ei07for7FNJDA+JsTg07ZBzz8yjXNrK3aUnnJNs7yN1FyisYOdazfympa/fuB2exoVjKGdLa7GQbGrs+kFOX7kiPLiz7YjMs0nI3igk6Khm/0gfNe4PE0Rb2KlbzXY/odt39BVufNsjf0FMDKKmbihnJcygPUBDNavzW0zOiMntP0UC86yL/AEeP4cn2kXrTs0kx6GlQy7pLM0ijT0OzbzN15C3sA/VV9/Hqy7zF/PNXZ7DZngq58CGTKs/w+/8A0w+AXW3H6B/6+RztH9Wu/wAy1YquCno9maQNJwcYJ5lW6Zd0KFJqpLDybrulOdTMUbjlGvgMsZy0tyCrtVIzpbceDWfAgbLUsMi9CNu90Y6Np3uK5bTI7V3F978H/JcV91tP4EuXXlKEAQBAEBTIwSRuYeDgQURh70fOTmuaHNO5wBB8hXT5yjjcYlhnVLvo+guVjjms9FBBWyMY9jw4taQcE5HDh5FTUrudOo1N7i/q2NOrRTprEiKU2jb/ABzvjdQHfwcJWFvblWdO+oJNuRT1dNuZNJROhaLs9VZaCaKsDOUll2/uOzgYAVXf3MK81KHBF1ptrUtqTjU4tnONRycpe7hIeBqXj+rCt9j/AAtn9vkU1GpjVYz5TX1NVzDzLgT74uYBLSHA4I3gjdjCGJLO42AuV3OMVdcfM962bc+ZE6NacdiPgUvul1YQJK2tbkZ+9I4ZWNua4szG1tZcIR+SM2z3S4PqnB9bUuGwTvlJ5wjqT5mi7tKEYJqC48jeU1ZWSVMLO+pyHStBHKHpSM5OS3lZVoUY029lcOXYdI4BW5yZBtXv2rxs9SJo+Krbp/iHSaUsUM82Rq6nZoZcc4A96jFxbrNRGztEOzpSkkx/5VMm/s/RR9Qj+BTfa/oQbqeb+a5RX98TbR2SWot0dVTPD3PbnkyMHOeYrTHTJ1LdVYPLa4FfK+jCs6c1uXtN9XNc2wytc3Dm0+COjcrq5TVjJP3fIq6DTuk1zNNA1z4mBjSTsgYHmXJbMpN4WfgWc2lJ5ZJHjkbY4cNmL5LrmvsrPuj5FQvvVviaKyt2r638kBPvx81RaNH/ACF2J+RZXb/xu9kqXVlOEAQBAEAQHz5eIxDdq+IcGVMjR6HFdJSeYJ9hyFwsVZJc2be262vlvijhZURSwxtDWMmiBAA3AZGD71onZUZvOCRT1GvTWM5RIaTuj1D43B1th5QAbxKcdmPmtMdMhJ9YkT1maj1DDrNaXup3Mnjp2dEUY+JyVMhptCHFZ7yBV1e5nuTx3IjFZMXhxc/alc7JJO8klSp42NlEKnKX2m2+PE8c0se5jhgtJafOF85fFn6KpvMU+ZQ8bTHDyFD37Udytr2zW6klAH34GO3DpaCraG+CPmddONWceTf1Ipryw3C6TUs9ugEwijc1zNsB3HmzuWi5pSm04l1omoULZSjVeMvJFLZbLhT17o56GqjfsEYdEd+8cOlQnTmnwL64u6FSknGaa7yVWmy3A1tPNJTOjia8OcXkA483FbaVCbkngpLq+ofZyjGWXgnY4KyOcOfalft32q/KWt/pCqrj8xnUadHFvH4kevJxRY6zgPn8lqRbWyzUJNRQ7Gg7a7n5Qv8AWLvovGox/wAOLfMpK1TOp1e7yRmWy+ijp2U8sBc1mcOa7fxytFpqaoU1TlHOO0j3Ng6s3UUjMrb1RVVvqI2uc2R0ZAa5p3nzhS7jUaFa3nBPe0/YRqNlWp1oya3F20VsFLRNEmdvoA8iiWF7Rt6LU+ORc0Z1Kv3eB7W3dksL4wzYa4YLnFLrVvtabpxjxMUrRxkpNmPpsiW61MjSCGxNAx5f+FjRI/iyfJeZtv8A7tGK7STrpSpCAIAgCA8JQGkuWnbFcHPfW0MJkdxe3LHH0hboXFWG5SI9S1o1N8okYuGgLK7JpbhPTHqvw9v6+9SYahUXWSZCnpVJ9VtGlGipYpy2K8UYjPF5Bz2KVHUopdVkSWjybw5G4odC2w4dW3aeoPViwxvwK0T1Ko+qiTT0ijHrMkdu0vp6i2XQUMTnjfty5efeos7qtPiybTs6NPhE5Zd4+RvNwi6tXLjzbZx7lQTWJs+p2c1O2py/avoYi8kk6jpjUVqNooaWWviiqIoGRuZKdjeBjcTx9CsaVWGwk2cLqOnXKuKlSMG4tt7t5JmPa9ocxzXA87TlSE88CocWtzRcj3FDBXkeTCAxqm40VNunqoWHoLxnsXh1Ix4s2wt6tTqRb+Bz65ztqLlUzMdtMkkJacc3MqqrJSm2jqraDp0YxfFI0l8P/bxj8+ewfVeCytF95nTNN08fgvbIKhjXDvWMuDhuyWgn4q0jTjKkozWUcZf1ZdNqyi8fef1PKmz2p/AGJ3Sx2PoolTS7afCOO4xC/rx9ue81VVZqZmTDcGeaQfooU9F9yfzJUNT9+PyEFByga2W5RNA3Yj3rxDRZN5lIxK/prqxNhT2W2Ah0kkk5/M7A9ym0tIt48cv+9holqFZ8MI29JT01OCKaNjAeOyOKn0qFOluhFLuIk6s6jzJ5MpbjWEAQBAEB4QgPDG08WgoCg00LuMbT6EBR3lTZ/YR9izkxgqFLAOETR5gsZGCrk2NG5oRGTjWrmclqm5txjM20PS0H5qqrfmM+g6U9qypd3mzULUWI5sIYL9JWVNGQaSolg8kbyB2L0pSXBmqrb0qv5kU+9Eks2rb057oZKpsgDMhz4wXDeOf9Vt6TUS4lNd6PaRW0o4+Jk1FxranPL1Urx0bWPcFrlVnLizVTtaNPqxRiAb9w3leMs34PeHEgelYMmnv8mWMZGQ5wDjgFZwT7Jb22dloYmxUMEQG5kbWj0DCuI9VHz6rLaqSlzZeMUbuLAvRrLZpKc8YWdixgZPBR044Qs7EwZyVtgibwY3sWTBWGgcAEBUEAQBAEAQBAEAQBAEB4d6Ai1+0TSXesfWd9zwzvA2sBrmHAxwxn3qPUt4zeS4stZq2tNU9lOK+ZGavue3KIE0tRBP5DlhUd2k1wLij6RW8t04teJoq3T14ocmot1Rsj+KNu2P6crVKlOPFFpR1K0rdWovju+prCC1xa4FrhzHctT3cSanngZdtnjp6hzpiWgsIG7yhCPcxdSCSMyS8Rg4jicT5ThYI8bSXtZXTi93E4oaCdwPBzYjs4/wDo7lsjSk+CPM3aUPzZr57/AJcTaU2ir9V4NVLHTg8z5Noj0Bbo203xIVTWrGlugm/h/JuKLucUrXNfWXCeQgg7MTWsHm35W6NpH2sgVfSKpJNU4Jd+/wDgnLRstAHMpZzh6gCAIAgCAIAgCAIAgCAIAgCA8JQHheBxQFt07BxJQFl1dC3ihnBZfd6VnErA2TX11ystS3Zq4IZR+dgK8uMXxRupVq1LqSaNFLRaNfMHmHYOd7WSua3sytfR6eeBYR1m+jHZ2/BG1t9TpyjwKOlp2Y4ODBntXtQhHgiHWu7mt+ZNv4m2ZeaN25pXsi7JfbXwO4LJjBebUxngUGC4JAUBUDlAeoAgCAIAgCAIAgCAIAgCAIAgKS0HiEBSYWO4tQFt1JC7ixAW3W6mdxjCGclp1mojxhHYgyU/YdB+A3sQbTKm2ahHCFvYgyXG2ylbwiCDJcbRQN4MCGC4II28GoCsNA4BAVIAgCAIAgCAIAgCAIAgCAIAgCAIAgCAIAgCAIAg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:image/jpeg;base64,/9j/4AAQSkZJRgABAQAAAQABAAD/2wCEAAkGBwgHBgkIBwgKCgkLDRYPDQwMDRsUFRAWIB0iIiAdHx8kKDQsJCYxJx8fLT0tMTU3Ojo6Iys/RD84QzQ5OjcBCgoKDQwNGg8PGjclHyU3Nzc3Nzc3Nzc3Nzc3Nzc3Nzc3Nzc3Nzc3Nzc3Nzc3Nzc3Nzc3Nzc3Nzc3Nzc3Nzc3N//AABEIAJQAygMBEQACEQEDEQH/xAAcAAEAAQUBAQAAAAAAAAAAAAAABgIDBAUHAQj/xABFEAABAwMBAwUNBQYFBQAAAAABAAIDBAURBhIhMRNBUVKRBxQWVGFxgZKTobHB4RUiU2LRMzRChKLSNnN0svEjJDJjcv/EABwBAQACAwEBAQAAAAAAAAAAAAAEBQEDBgIHCP/EADgRAAIBAwEEBgcIAwEBAAAAAAABAgMEEQUSITFRFDJhcaHBBhVBUoGRsRMiIzM0YtHwJHLhQhb/2gAMAwEAAhEDEQA/AO4oAgCAIAgCAIAgCAIAgCAIAgCAIAgCAIAgCAIAgCAIAgCAIAgCAIAgCAIAgCAIAgCAIAgCAIAgCAIAgCAIAgCAIAgCAIAgCAIAgCAIAgCAIAgCAIAgCAIAgCAIAgCAIAgCAIAgCAIAgCAFAc+1nqW72m9mmpJ42wmJrg0xgkE5zvUKvWnCeEdPpOm2tzbbdSLby/aaPw4v/jMfsQtPSanMs/Ull7r+Y8OL/wCMx+xCdJqcx6ksvdfzHhxf/GY/YhOk1OY9SWXuv5jw4v8A4zH7EJ0mpzHqSy91/Mri1nqKV2zHOxx44EITpNTmeZaNYRWXFr4l3wr1R12+wCdJqczx6q07l4jwr1R12+wCdJqcx6q03+seFeqOu32ATpNTmPVWm/1jwr1R12+wCdJqcx6q03+sQau1E6up6eWdjeUlY0jkRwJwsxuKjaMVNJsVSlOK4J+06oOAVkcWeoAgCAIAgCAIAgCAIAgCAIAgOY90+MNvFLJ14MdhKr7pffXcdh6OSzQku3yIaop0QQBAEBn2X96f/ln4hCJe9Rd5vAsFcEAQAoDComcvq2hjxwlZ7t62UuujdWexYVJdjOxDgrc4MIAgCAIAgCAIAgCAtyTRxDMr2sBOAXEBEs8DDaXEo78pvGIfaBetmXIxtx5jvym8Yh9oE2Zchtx5jvym8Yh9oFjZfIbceY78pvGIfaBNmXIbceZz7uoGKWa3SxSMf92Rp2XA9Uj5qDeLDizq/RmomqkV2eZB1COpJDouy0l7qquGtMoEUbXs5N2Ocg59ykW9ONR4ZT6xe1bSEJUsb208+BLvAGzdaq9r9FJ6LDtKFekF3j2fIeANn61V7X6J0WHaP/oLvs+RepNEWqCXbjdUZxjfJ9E6LT7TXU1y5qLDSMzwSt/Wn9f6LHRKfaavWtfsHglbutN630TokO0eta/YYN60/RUFtmqYnS7bcAbTt28gLXWt4Qg5IkWmoVq1ZQeMEWKhF2WdNgSa2pi4gNbI4knyMK3UMfaLJ6v3s6bJLl5nWBPFj9qz1grPbjzOJ2Jchy8X4rPWCbceY2Jchy8P4rPWCbceY2Jchy8P4rPWCbceY2Jchy8X4jPWCbceY2JcisOBxhejyeoAgCAICF91WLb05HJj9lUtPmyCPmpunv8AGK3VFmhnkzko2nHDQ4noCutxzqyyvk5uo/1Vjajz8T1sz5Mv0lO6RzhJFIejcVshstmup9pFbjI7yH4UnvWzEDVtVQ+ERNB2XNJPPnoKoNfhFUoNc8eH/DvPQKrLpVanL2xT+T/6WyuWPqKJX3NZNnUMrOZ9I/tDm/VSrTrlD6RRzaJ8pL6M6crA4sjUmubJHI5j31Ic1xaf+geIOCo/Saa4lxHQryUU1jf2l2k1rZqiXYifUF2M74SE6VTPNTRLumsyx8zK8K7Z0zezWOlUzV6ruOz5jwrtnTN7NOlUx6quOz5mt1BfaOvtrqemMm25zT95mNwOVqr3EJwcUS7Kxq0aynPGN/tIzxChF0zVWsbd5kd0bZ+SjXjxS+JMud1sl3G/VQVR7snGcHHThZwzGUbKKmhdG0mPJIGSvG/2ESVWWeJX3pD+F8U+8Y+1lzLNZTxsg+6zDsgcSiy3snunUk5b2TaBuzGxvQ0D3Lu4LCOdk8yZdXowEAQBARfujRcrpKs/K5juxwUqyeK6IWoRzbyOXaUr4bbf6SqqnbEDHHlHbJdgYPMFb3MHOk0uJQ2dVUqylLgdMOttNDjWY/ln/wBqqehXHLxLz1hbe94Muw6z02/OzWZ/l3/2rKsbl8F4ow9StFxl4Mz7ZfbVdah1PQy8pI1m2QYnNwN3SPKFrq2taitqawbKN5Qry2aby+4hndNI+0adgAGxDntctdzDNhKX7l/HmXGg1NnWow5wl9U/IhaoUfRiRaBk5PU8AP8AHG9vuz8lvtnioU+uxzZS70dX4KzOFOI3hnJXm4R9Wrmx5ts492FUTWJs+kWctq3pv9q+iLll/en/AOWfiF4MXnUXebwLBXBAMIAd29AavT/3q2Z/5fifooV+/wANEu+3Ukv7wN8eBVYyr9pMa1o+wHnAz3vn3LqrhLoEv9fI56i30td57pwDvN2QOb4KNoqTpz7z1fP75lvuFHG9zHvw5pwfuH9FLnqFrTk4Se9dhoVvVksojtyc2asaWb2vnGPMudqTjWu248G15FrbpwptPikS8BdiUZ6gCAIAgNJrKPltL3Jn/pJ7N63WzxWi+0j3azQkuw4WuiOSMihoaq4TcjRU8k8oG1sRjJx0rxOcYLMng906U6jxBZNxR6avjXP2rVVDOOLEp3VBPrI9VbG5aWIMmXc/tNdQ3CqmrqSWAciGMLxjOTv+Cg6lXp1IRUHneWOkW1WlUlKpHG40/dEk27/KB/BAwfNRq1POlT7/ADRc6TV2fSGmuxrwZFFy59XRt9IyclqW3u6ZdntBW2i8VIlfqsdqzqLsOxK1PnxzDUemr1U3+vnpbfJLBLLtse17ACC0Z4uHPlV9WhNzbSOz0/U7Sna04TnhpcnzfYW7Tpi+RVDjLbZGgsIBMjOkdDlr+wq8jbc6pZzglGouPJ/wbf7Au3iT/Xb+qx0eryIPT7b3/r/A+wLt4k/12/qnR6vIdPtvf8H/AAYtXQVVC5gq4TEXcMkHPYV4nTlDrI3UrilW6ksmJMcRuPQ0rwb0stIwtON/bv8AKAq++fVRv1B9VG6PAqufArkTKs/w/J/ph/tC6y5/QS/18jnaP6td/me6d/cyfKPgo2i/lS7/ACPV/wDmf3mYlXTTvqpnNheWl5wQ1VN1aV515yjBtZfsJNKrTUEm0YEbdq5ULOmbPYtVjHNzBdpvk8UZvsJku0KIIAgCAIDBvUXLWiujIztQPH9JXum8TTPFVZg0fPwXSnGm70heorDdXVk0L5WmJzNlhAO/HT5lHuaMqsNlEyzrqhNyaJxT90ehkJxb6kY/M1QYaXOX/pFhPWaUeMX4Ei07for7FNJDA+JsTg07ZBzz8yjXNrK3aUnnJNs7yN1FyisYOdazfympa/fuB2exoVjKGdLa7GQbGrs+kFOX7kiPLiz7YjMs0nI3igk6Khm/0gfNe4PE0Rb2KlbzXY/odt39BVufNsjf0FMDKKmbihnJcygPUBDNavzW0zOiMntP0UC86yL/AEeP4cn2kXrTs0kx6GlQy7pLM0ijT0OzbzN15C3sA/VV9/Hqy7zF/PNXZ7DZngq58CGTKs/w+/8A0w+AXW3H6B/6+RztH9Wu/wAy1YquCno9maQNJwcYJ5lW6Zd0KFJqpLDybrulOdTMUbjlGvgMsZy0tyCrtVIzpbceDWfAgbLUsMi9CNu90Y6Np3uK5bTI7V3F978H/JcV91tP4EuXXlKEAQBAEBTIwSRuYeDgQURh70fOTmuaHNO5wBB8hXT5yjjcYlhnVLvo+guVjjms9FBBWyMY9jw4taQcE5HDh5FTUrudOo1N7i/q2NOrRTprEiKU2jb/ABzvjdQHfwcJWFvblWdO+oJNuRT1dNuZNJROhaLs9VZaCaKsDOUll2/uOzgYAVXf3MK81KHBF1ptrUtqTjU4tnONRycpe7hIeBqXj+rCt9j/AAtn9vkU1GpjVYz5TX1NVzDzLgT74uYBLSHA4I3gjdjCGJLO42AuV3OMVdcfM962bc+ZE6NacdiPgUvul1YQJK2tbkZ+9I4ZWNua4szG1tZcIR+SM2z3S4PqnB9bUuGwTvlJ5wjqT5mi7tKEYJqC48jeU1ZWSVMLO+pyHStBHKHpSM5OS3lZVoUY029lcOXYdI4BW5yZBtXv2rxs9SJo+Krbp/iHSaUsUM82Rq6nZoZcc4A96jFxbrNRGztEOzpSkkx/5VMm/s/RR9Qj+BTfa/oQbqeb+a5RX98TbR2SWot0dVTPD3PbnkyMHOeYrTHTJ1LdVYPLa4FfK+jCs6c1uXtN9XNc2wytc3Dm0+COjcrq5TVjJP3fIq6DTuk1zNNA1z4mBjSTsgYHmXJbMpN4WfgWc2lJ5ZJHjkbY4cNmL5LrmvsrPuj5FQvvVviaKyt2r638kBPvx81RaNH/ACF2J+RZXb/xu9kqXVlOEAQBAEAQHz5eIxDdq+IcGVMjR6HFdJSeYJ9hyFwsVZJc2be262vlvijhZURSwxtDWMmiBAA3AZGD71onZUZvOCRT1GvTWM5RIaTuj1D43B1th5QAbxKcdmPmtMdMhJ9YkT1maj1DDrNaXup3Mnjp2dEUY+JyVMhptCHFZ7yBV1e5nuTx3IjFZMXhxc/alc7JJO8klSp42NlEKnKX2m2+PE8c0se5jhgtJafOF85fFn6KpvMU+ZQ8bTHDyFD37Udytr2zW6klAH34GO3DpaCraG+CPmddONWceTf1Ipryw3C6TUs9ugEwijc1zNsB3HmzuWi5pSm04l1omoULZSjVeMvJFLZbLhT17o56GqjfsEYdEd+8cOlQnTmnwL64u6FSknGaa7yVWmy3A1tPNJTOjia8OcXkA483FbaVCbkngpLq+ofZyjGWXgnY4KyOcOfalft32q/KWt/pCqrj8xnUadHFvH4kevJxRY6zgPn8lqRbWyzUJNRQ7Gg7a7n5Qv8AWLvovGox/wAOLfMpK1TOp1e7yRmWy+ijp2U8sBc1mcOa7fxytFpqaoU1TlHOO0j3Ng6s3UUjMrb1RVVvqI2uc2R0ZAa5p3nzhS7jUaFa3nBPe0/YRqNlWp1oya3F20VsFLRNEmdvoA8iiWF7Rt6LU+ORc0Z1Kv3eB7W3dksL4wzYa4YLnFLrVvtabpxjxMUrRxkpNmPpsiW61MjSCGxNAx5f+FjRI/iyfJeZtv8A7tGK7STrpSpCAIAgCA8JQGkuWnbFcHPfW0MJkdxe3LHH0hboXFWG5SI9S1o1N8okYuGgLK7JpbhPTHqvw9v6+9SYahUXWSZCnpVJ9VtGlGipYpy2K8UYjPF5Bz2KVHUopdVkSWjybw5G4odC2w4dW3aeoPViwxvwK0T1Ko+qiTT0ijHrMkdu0vp6i2XQUMTnjfty5efeos7qtPiybTs6NPhE5Zd4+RvNwi6tXLjzbZx7lQTWJs+p2c1O2py/avoYi8kk6jpjUVqNooaWWviiqIoGRuZKdjeBjcTx9CsaVWGwk2cLqOnXKuKlSMG4tt7t5JmPa9ocxzXA87TlSE88CocWtzRcj3FDBXkeTCAxqm40VNunqoWHoLxnsXh1Ix4s2wt6tTqRb+Bz65ztqLlUzMdtMkkJacc3MqqrJSm2jqraDp0YxfFI0l8P/bxj8+ewfVeCytF95nTNN08fgvbIKhjXDvWMuDhuyWgn4q0jTjKkozWUcZf1ZdNqyi8fef1PKmz2p/AGJ3Sx2PoolTS7afCOO4xC/rx9ue81VVZqZmTDcGeaQfooU9F9yfzJUNT9+PyEFByga2W5RNA3Yj3rxDRZN5lIxK/prqxNhT2W2Ah0kkk5/M7A9ym0tIt48cv+9holqFZ8MI29JT01OCKaNjAeOyOKn0qFOluhFLuIk6s6jzJ5MpbjWEAQBAEB4QgPDG08WgoCg00LuMbT6EBR3lTZ/YR9izkxgqFLAOETR5gsZGCrk2NG5oRGTjWrmclqm5txjM20PS0H5qqrfmM+g6U9qypd3mzULUWI5sIYL9JWVNGQaSolg8kbyB2L0pSXBmqrb0qv5kU+9Eks2rb057oZKpsgDMhz4wXDeOf9Vt6TUS4lNd6PaRW0o4+Jk1FxranPL1Urx0bWPcFrlVnLizVTtaNPqxRiAb9w3leMs34PeHEgelYMmnv8mWMZGQ5wDjgFZwT7Jb22dloYmxUMEQG5kbWj0DCuI9VHz6rLaqSlzZeMUbuLAvRrLZpKc8YWdixgZPBR044Qs7EwZyVtgibwY3sWTBWGgcAEBUEAQBAEAQBAEAQBAEB4d6Ai1+0TSXesfWd9zwzvA2sBrmHAxwxn3qPUt4zeS4stZq2tNU9lOK+ZGavue3KIE0tRBP5DlhUd2k1wLij6RW8t04teJoq3T14ocmot1Rsj+KNu2P6crVKlOPFFpR1K0rdWovju+prCC1xa4FrhzHctT3cSanngZdtnjp6hzpiWgsIG7yhCPcxdSCSMyS8Rg4jicT5ThYI8bSXtZXTi93E4oaCdwPBzYjs4/wDo7lsjSk+CPM3aUPzZr57/AJcTaU2ir9V4NVLHTg8z5Noj0Bbo203xIVTWrGlugm/h/JuKLucUrXNfWXCeQgg7MTWsHm35W6NpH2sgVfSKpJNU4Jd+/wDgnLRstAHMpZzh6gCAIAgCAIAgCAIAgCAIAgCA8JQHheBxQFt07BxJQFl1dC3ihnBZfd6VnErA2TX11ystS3Zq4IZR+dgK8uMXxRupVq1LqSaNFLRaNfMHmHYOd7WSua3sytfR6eeBYR1m+jHZ2/BG1t9TpyjwKOlp2Y4ODBntXtQhHgiHWu7mt+ZNv4m2ZeaN25pXsi7JfbXwO4LJjBebUxngUGC4JAUBUDlAeoAgCAIAgCAIAgCAIAgCAIAgKS0HiEBSYWO4tQFt1JC7ixAW3W6mdxjCGclp1mojxhHYgyU/YdB+A3sQbTKm2ahHCFvYgyXG2ylbwiCDJcbRQN4MCGC4II28GoCsNA4BAVIAgCAIAgCAIAgCAIAgCAIAgCAIAgCAIAgCAIAg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HTML5 CSS3 JS icon set. Web developmen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" name="AutoShape 10" descr="data:image/png;base64,iVBORw0KGgoAAAANSUhEUgAAAXgAAACGCAMAAADgrGFJAAABXFBMVEX///8AAADwfyEHdLneQBPwgTwzl9P2niD8///+//0AabXW5O/99e3eMwD66eTvfxvueAf3xqT3qkcAbLbeOw/zkiEAcLcrkM/qbjPueSz1mQPiUyz0x7772MX51qr2v6WxyuP4yrPdOgDtqZjwvLLohXPhWTTfSBzi4uK52OxPT0/b29vPz8/u7u7BwcGBvOA7Ozu5ubnvcAD42tTB3fAsLCzncVmZmZlfX19wcHCoqKiFhYX649G6urpFRUUuLi72r3xupdHvtKcgICAZGRn87+EVfb9bW1uNjY3xhzXvjj7xoGbjXkH0pW3snYrp9Pf1uZSVutz0qIDofWBcms1nn9Dxs4Pyl1TzlU04hcD7+Orkb0vpln+ew9tDjcT10MjuZwDaFwAAXbIejtL2pzL51qeFq9P86tHgTyz0onViq9743b7tdjf4xHz2uGrjclz2rlP5w4n12arwmFNReDHjAAAa80lEQVR4nO2diVvbRrDA15gku7aMRew6TYJb7BwYbBMwEPARbgPmiE3DnQBNk9I0bZP25f//vjezunZlydhhFdr3mDZGllay9NNodnZmd0UegrwiIAMjDx+OPDEXHOk/h1VDxiosttyPS9uwxLSn1r5BCCNkenfvbO9iuMmYaxOjrHm6xDdS5rFndHf/7Gx/N0poEGdW71skjLYaBzQN/+BsNhuk3tjUKKG1Q10/yhDKBht634FGv2yCHA7SdN/gIC5+qaUbm1xIf39/7DUeTsv292ef8IVkvyOxITj7xzFYSsYG4CqfZ3HxKYGDayOwx/MgLg2FRY8TiVQ4BR+jbdvY6FokFQ6nwpG1aBt5up9IpXBrZN99y5RIvbQFWtcX1zWm60A7XVokByV9kBJNb7Ra8VKa7pSODo5Km2RT39ra6itl0qXBQf1w64uut7a2GrC0heANeAMW+IFsMmmihwUATwzw/dllOPRIvwmeBAw+CtDDHGA4EnVtY9FEYg1uSQQLtGn1s0g4DNtgz8huEGcG4CnN6EelDNkppQldLNVY32Zfg5J0qUVRu2tQgtAjvb6pM0pq+hcED/eDDkIBuEl1Sg3wFBZs8PWn29vbDxHvB1j4cA5qboJ/RehUzARPjZsQFHhKjhH78cUSUEwdg3GRNl8kwqklQoYTqURk2L0rPifThO3BnwgLQOdR48mRDuoNyr5Did4A4pmDUo3UdX0xc0LoAUBmaCw39RPGMqVFCTzcKDiKAR4WtKQJnqKVRMCxR9RggOCTr5P9I4w8yiafPuTgSZDgGYsi8H1U7kgkEY5K/ChBqEuwamlvf8ltiJqo8AC+eba3tNQMwNYg+Hpph3BNjzNU80Ndq+mg5Zl4qaRvsZ1SjXJ2m/G+Rp/e0Lip+bJzqMMGB3zy6UuQN/0WeAr6heCzjwAAwf8AfPblSH9simxns28+BA+e63Q41cQfPx0G7O0aH06E906jvBKWBTU+HDleGuYaFED1iuBbeqs2yG17DSzHSWmzVmuUQNdZutVXOjjgaAlqfGtLP2TwRAy29Hg8fliDJ8EGD/hQLPDE0XjrpwB87PF2MrZM3kJtO/INNJ7sA71jD6zG5mgKyHNDvtvu1jzj9S4YobNp5nOArz4t7SBNQdtpXC+BboOel7YaR7RlfBvMHIL1ZvHGYGkQrPfBF21T16CiXSTc1Jg3QwRvSUfwj2LZV7A6pvV/C/BoTM78NlM2vZbARwLgrzXbdr5AnQ+jW/OMKLbx9dIR2OxWrbRTS9cWgW8DeNNGPF2rpfXNTOlQYxn9UNP1GkvrOkPwWl8pbdh48xgO+GQM5RLwy+ex/qcvs9nn3wI86QweyNPhvUiEuzxLrm0M/fi1SII7lO3O5hVlC3Vb+/JzHZa1nxu0VSpp6Z93KN9U2wK9L+k1msZHoPQHbZQ0BjVwHzwCrZ9t8D9blevrgampqfPkJeAJ+PdJWMlc4BkXtZfHyBJwW6N45N2laXcTCr9CyyV6wb1NKu9pFGiOniH5C7W2Bg6cORgErc7gYWk6o2mZDK1l6ngO9UyNpFsHGQ2WNSgGZieN5eAznalBIeMQvDhzvBpw3y8B/xy9+9iUrPGflV6XJZQNo2+CdScFo5I6lflFj9fWUk2gcAp+fEq0NdCmfXZ8HN7DxWM4wpJqjUDPG6sVZnzB7/iH3we+TLgfwPAb4S4h3wc3mArCuPvi0YAifuBfYv07wiTw/dvn50NDQ+dDiq+PUQAfPp5mzSV0YKKyV0N/gbrzAhZ2YeOavCc5NW8ZAfCpXcUaj8835f8T7v9R43k3IDPuBFJnE19D7ELmESgv1gP48xhvRMngjfoh9nZA7eURzi8cQTueSizJ7g1jSwkgf7a7n/BonYIfD/tc7GILLNFkgYRrFEgP4BmuW6YyeCukoxY8ypLlm6SOzefXFtZcQ58GCyTO2nR6mEcS0OuJnP5ruRNUVx4kG8AlB/xb0GIH/NvY22VCt2HdFMWCD3nIIBuzRb3GMzYMrgm46okL/tCKW6HuXIIGbQKeh922NhKPoCVwK1gq+q8l/xhkiIcMcOncWEmNb1PWSQ/wL3QK/jCq8T0QzWNBtCBOrjk9Ohr1IUej06PT7uiZsyNsbHPw/3ViqhMl1Lb/5gpzO9bIlNnFUCNZIK1xWRjp4Kjyast3o+o6Vb3Y9S0Tzta4YvsxNWpx7g8Zl8sMt4oJEsy5GcEin22kw8+6a4UbuZEbuZH/lzKgSBSfFo0qEsW1D9MUCRF88auIaj+e/hJRIr+oDgtjOkOBbJKHyX4VorjlymjYaLZeUVJhj+4fV5GBUp8CietH5KkS8Mms4gYUVYE9jJFlteel6SrA9/V9Ia/VgO9XDJ6tKeGeOlZ7WqrAx7eMDkpXB/9Q8QWyNTWm5lhxy06LKwGvL5InasA/Vew80DM14PeUnhaA71NCXm91BT7ZQYwS2W3FF0j+peBZQxX4l7HLuX/fSZLBgN/rAvy9DmLUEYl91TnXzS7Af9dBjN31QfKoC/C3OogBPqm4s4HRr+Yyud1BDPApdxeEK8vR5eDjdzrId2rBq895L6kBr7qXATm8Inhb45fVgFfeTf5CDXjlye4vKsDH9cyVwT/kRWJv1F6e0X9AEM/b4En8ngg+obyf9tbljnxH8EYRPW32wDYJ93sHYu57igmea3zspdrLYy7wCcywuiXiUafefieDP1V7XoTs+IHXLenru3PngacI4GtkKCY0XbPLQ16S9hQD/IgB/tHlp9ybnErgp7sPR06L4Ns6z19ZFn3A64OmLOrxO+9//cFL3ovgp0RT01Ooy1B5o4tHbFnt5VE2LIJP9JC3bhoqb+44rdrGt3zAl6wCgwD+rve+d23wpQEX+Knuz0CTwD++6gW5ZVQE3zYWx19YVAavOhnsC96KP3cAL2h8nQyINj7WQ0+82n3R1CgHPx0RwU93uxtl0xL47u9YlzLoB16jVgFf8A/8wPdkMdKSxivvOxkVwSfaxv357kgk8D08Kl1Kxs/Gm32BfcHDE+GAj2u8k7ADvoc6UgZ/ruKihLMkMviunRNGRoPV+PTXggfyDvg+jWhJB3wy24M7njHA9145dCdRqXLtoR10KoFX3pvMD3zpUvD0xAYfbzDs+yu4k0+6P4OWAT7ZuzvUjbCmCB5b/h5CnLV2ho8Z4O+Z4Klqr6bmk/vTax42nkmf9QdWqCbegO8joh/fQ8jlp1vfEPz+5TtYC88k8Mr78vUG3hiTwIwT/M0BvwkrPgjgkz1Ed38Xwb9V7bUxKjWg1kaHPWRUkKilVzJ4xaeF3Qx6An+iadqJ6Wn+IYCHwlK2e8Tao/jykSM/eskR5/6naeMVXx6cqhydaQ8YgAihgnfD1p4fjYiNubvfgM2vFs1P49Me4OlvGCl4z/uAMiqA/wIbt8UUlAmQGb3lO8ZqDIX/07htWbVXh2fQW3Tynu3pS+DXVA+37ADeLCBVrmhd7tw1R0M54PUt+C6Bf2vcNkY1YW2n6OT35vOiumsuJV10MxDB237jbRG86k4GgKZ38O//+uuvTyB3nTwIDs/8LGm8xt0D+Cd6mR3AGxqf/KD68vjQsR7Av7P8RiaCT7WP07nymfnZeC/w3LpYsUoxAbUIG19J4Acsv2ykO/ABpVzhJM5603h7EIV5I3iB1J76AQo+iRA9Y26XNN4A3575O4BtUjcDaIHywYJQ52Z7Af9a9eV11c1AzH9YuzXfiQmoJeXgqU83A2/wP/iAbwFhqZtBbMjSnOc9abzqlCuj3WS7RfAW4KaUB7lQ7tUQn24G+qC5vTP4uFNYBm9HGZ90qfGGU9NDi7db6SLbLXD/aO1mRoXtzJ9yU+PTzaA38PB4UKmbgTk3EJHuRyfwRuYvCPB+2e6UI1Z+FUz6M2u36DsZvHLxyXbrLXO7BP5XP/CAWcp2x15aKvLobWc/3gLfj+R7Ca51K7spL/Kp1JIjzxwZtc5b1njlKVffpKt+4NWA+oe7k+/v3r3799+fBPDgAlEx2y2o7tSyIxkPMSMGI9b9Ui67CQ/wqbWId2l78KcVFU4FBJ76JF25o4IigddOTjTNiOdR+reYciV0SAL/2XbLOv88/ckKx/MpPZTnunEuA09bE6GegzztxWERvPpcN6EHvYC3xnzyUJmY66aEnkvgn3dXGzGyJWm84lw3yrCXxvNAb0c5deW6VYsf+PiiWcA/EeKAx+A9lbLdye3uvABGbkngladcMdv9VeCfBZv5I9Qn2x3fMQv4gaea060GE7Qu8CNdjuyg9yXwilOuKFK2+18E3ifbfSl4ogm5blRvKdvdn9W6C3cxGfyU+vHr0YRnv73IJb/00QBv7BoJYB4Jn2y3frnGC+D57FkS+FiXGm/2qgks5epKuvYA/rYAXn3K1TfpGt8yt/uCPxE6GWCE3gW+uxwerRvgrTxIABrf9NT4lI87aYsIXp6uTJH4gT80t/uCrwudDPhkdtJYHEDYLuLu5t+arPEDAYD3brkmhITftCOWO2lGhU2ND6sHT2t+4MUGFHiP2km99scPv/7z6e5vxkzBYsrVmpVMAN+5g4ydzE+7wCu/QNL0GWJsD9oWewt/tCdJkfIgqke5oviBPxK68N35++57p8fwb0bEV8j8HfGJacRuBtB0fdQuP1o9YX+0EovU7FVjZv66rRl6EU/wKbGnfEqKkZlndi9g8Mwn2y2DF+WBqfE/OODx6aCusd1ecxs4EZofrd8flMBnA5itiV6e+3PAP7Ojwu/EBJT6zB+Yap8UVKMH8Ft8Uqbty8Z2O9HJ+1a03+rOZILvDwT8pXFhJ/90aoM3NP4d7psKBLw4trvBxyFcBr5uGOhfHfA7CJ5eOrZbAF8zj26Faswxf/1BTAF2LIFPWKY95QV+2AlO3hM03n9y4q8XAXyppmW2bPbm9i7A64sUg3qfewA/YAH+XQKvOtfNRQKfOm0aQpeccLED3u5NPC1ofDisengxQffCAa+ncRLIzE6Dq7Gvxp8YO2KI2IwKH/Dp9S4d2y2AtyvRw1si+KfqL9CVdE0M83VMitPb4N/ZwbBpMRzfRc+/rxDH0vA8K6NGFEGXwPNuBe//5uANaPQvB3yLP6Au8LG3hnhmoOyAwpEIPvs6iBnv9lz9hQ1hwuAoS99vv7NjMqO3xTyI8uHFIFQAb6T7KI8i6KZScvCf/vmhVme09sABTz6J4DFS/EZuQZ0b/TyZEy4WwFt+vBWqMVOun4OYg1LKdjsjhYVwsWNqjIYSnJ0Zjjcq5tSF+rNipOGAN9J9NO0Gb7VceX+mOwZQngdxUq5ATMp226NxhBatA95qndmhmuBy3Ti3sAje7qgx7QH+tn3fdyXwgbyNyOlmYIDHmfnj3uCxzfTggdnT4a4Inrmz3XYyidEnMTf4+79bP16XRrlm3wRhai4k8HY9GY3YbSg3eLiaZ7cF8EGkXMVuBkbWCRQ6c6TrJU/wDx58+sP88l5MueJTII/tttKnjE5tx2JZAfz9W6261c/fCtU8lG6WWpGGGINnaDWaL44jxnu5TPD37n0ctefEt8CLNbJi2XLAL9oKV2/pZthEBP8/d39w2vQC+Bp/Yc9jOSBvmQ3YNrAM7JMc/P37v6dxTnrzeU/L4fhHQfjxu1ImRGgLseguvkWBgwfqw867npgVnAwOPBO6GeiWBWDWSxOIDP6EOCNSmNDJoMY1fkgGb0+AwqcTHngE7O/3bWU0Z2wDsQdAOSnXAMAPS+DX7Hqd/x89PY4kOHUivCSKyuDbXxJ4dWFCNwM7Bs9ZeYBnwoTNPA9igufjpeRstzM2wRI68LJVd60jP7rBByAy+HDT7Tk1T4ddUV+4AyZ4Y5fuh8d2L0wYYqx/8SjgF4+vOylXDp7JY7txbII8VaMxb7brKC0Z/OMgNF4a2x1OtYFv/00Af1sEr36wJf6ok3SNH3kU8AXvyvwR5gL/1pV1ZfaHID/9KYXjzwMBL2l8e/qUeczlKYFPBZDrlsFvehToBjzvfkUHXBo/QDsPX4EnoGZGDOyUaxDuZNTVzWC3ab4wwFPQljZPLfcyuFy31M0gflDjrycS+3+5wDOzAvjjkx0j69O5CXGDT24vQ0XqPyM+ZZlDq+ekNdgygFx3G/hUKrEU7fSShOiz2+9c4APQByp2M4jH9aMMk3KjbRqPiLV/3vM2rAWer3dlu/kLhp6c+4IfaNkdVm8Jo1wDMDUy+BR/beLxsN8bQ0Y/3rOxBwqeydnuuK4f1MQCbaYGld3sNGyCj5uuWfvkWNnYyKMB/lIQASj6quktEXuQKVfjvaxuSSVSuy77QQ0bI1C3R7m2v9xYgbRnu3V9E7xtYmq+DZ5yZPV/7jyw+2o747oJkvealQzU/vMQFUwOWDLtx1sS9VvfG+la5TM6m7/o2ZUM1H5ffIsrnGH02b17IvbbdtIwkNPyynbr8cU6NbqoOhoP2B1lFxWe18lgM7Ntub+kOT/ZywHnzTi1n2Rlx67x1o6BgCfenScxGbXmWBw6elumjlN9mm/uWlNvAMEKDHglXeN6aXNQk8BzZb/Thl1w/0fc3B0PJ7b9WON9jKFClbD/KY4KdLe5FF1ih5xrInzBfZzmMxf2d2KKPICUK/GfUBus/WKNoreJ4JlL2YVxJHaDt9Pc/dlY9smU1vK2MRb4QDJ/hPlz5yZnbzr6UcYOyi7F8INIuXaayRydnEFo2N75+wTcGB/sQo/upx1zf8lszKXsD5PcFDnPRVDgO6g8OjkRl40xhkcJj8W3Bt8XR7U3pj8UqMvYoYg1hmH5YSyb9Nf6ZNKl7JK2gzn6rHh6JlPY8HHCcxyULZKNaXsiwBoF8g4utqPrHadblZLd37mL6vqW5X5SNvQc3xztx14A/32/fIeSWAEH84ox7AExvZ/wq2El8GhjJCOTShxj3DKYF8/RgVaf7q/2Ini3ssN+rbrd4EIHdOBlNnYZ+D9HXM8F1r3MI4SmRnh4oLm75j0WSgD/zt31KZFYmu78LsCrCbjW6UN/9HHbxrg3QDuXEvcLN7XH27F2x9IB//1Ivxv7q0BiNO6rHD3DV7OG261OSnbabepr7jZWIFJf7POxOHFPGwPWf6fmqQiUTj2Jeaq9YWMk7vB8oJMf/DskUWmjFylPi+P2Y/C9upGz4UuCfMrOS8tseqKPe2KPtzTq3RkDA+/a8tNYu4+DNsbVs/X1EKHfQN2N8wJrDxVt+wiRd67nAFq1S2KrNtCzwpd/0tpiqd3ixD0q1MM0NzH+p0bp+atY55nNk+jaf/t3dkaXUt6johzs38bGSEK1VqOzj8PjCbUueGFFm/RQe1vZRx59ExvTLljR+qJPRc5Gr+H1uaj46S8dfJy43jeotVWoHgcyomzgX3pWtLHY8yH6zYyMdGJ8IPf0nofFwRo1dRE1Sn3r08L3iZN6K+6t9rr+BactYF7ZMh8ZeJN0VbTJZKz/TSAB4F4E1N5d0YLTfnrdryvmfZralD1+0NZN4FKhRFv+IFocsDHBvBG9F0FjQofPxGZVIrI3HdCrq3sRrGgl9PESRul7Vwg0So5/CS3UV+fcogVwzj2dFm9W8YrWwI6pWGae7/WeGKPaYMNir5cwMPD1ji3VXn6IgY0ZeXntNkaW5ilYHAwMXLcmyMJqW7oej+uNVpcj5DvJ+fPtoWt/kj0kur8fQPeNK8tJq+8o3QWv0I1ci9yAvya5AX9NcgP+muQG/DXJDfhrkhvw1yQ34K9JbsBfkwjgy/P8z/rYZftMzE14b7h81xuxRACfy+PnKpmVS4y5aeahvZtfDa2U2w6WL6g+vf+7IoCvEuNzVS5RGJe/vyDzoTEyDv/aDuYueiP+ItIjGyGutTOVAtf62UJlJTRZLBYmQvOVQhWUf3ylUs69gE3VF+U8wVIbhQpaqLHJ8aoBvvofgj+PJnNuxXub+4FeX/UsBzI7EZpbx13m4GOB7zeHUMoTodVyuQwWY2wODASI8FMi+EIuFJoh5QUyPpuHxWKxkicrs8VcZWaOFCokH5ojuWJ5kmzw8x0nlWooV6wUyFyoTMYr8BAA+CpZ/xoE1yPlPJpW4btjZSu5F8WJCVGJcgt+h8mHCiCgp5O5UDk3WZwIFV/kZ2eKk7nqWLEyWQ1VCpP5icnJishGBF8mC6ENEipM4vryLIU/xUmuxvAHzrC6TiohtDUEv8/Drhtol8aLoWIFv08UJsvkP1W/FlfwCa3k4FF/katOFKF+G8+VQ+OzlSLg2MiRydBkDu7GeA50bGUM78NYHgzAXL6wsl4pFMbyk2gHFhDRSn6mOhbKTYTK43gDixvV0GpurgIKP5OfqI7h81IUfloy1PC7+fFQkYeLZ/Pm7QbwE2SOL6yTGb5qYgPUH218AWvTOTJv3spCkd+Z/45MboTyYxUgPTcOS+vVSigPhEFN4WZUxkJjhdCLSqhQBTObm8+vgxUIzRRX5osLxdBcbq4YGs+H8uXQJMKZL64XJ2eLyHYenRRucWcr1eJGfrZcrMwWAXxFdFsk8PCoAOLi7OrMzEqIg19ZQPALBA1XHsCvhFbH8XdmiQEef2OOGDdmAsBv/Lc0fiwPpPK5XHGDKyOAh78bs5xwObcxX8Dv6+P4PZQjUIuBhYWPDVCvfHUyNDsbqmyEcOtYcQFuRKhSNsFXEcwsd/JmcnNQYrwsK7wMHkxJkZsOKLQ+i5tMU5ODfxOkPIcaX8RjjhMojC7QAq8ailDhjoGpGTd2/u9IbhY0ej60PgEmYmMOwa+EXlRzqwipOg7g82OAGcz77FhuHrV2DCBOzgHRYvkFB19FA4QPwyqim4Py1RcG8sok3gnj5oYKc6HqpPjLsk/ITcVqkRRIAf31QhF+a5IUJiZIsUBeQCUwg4AJePJluBF5sIhQhkzAulwBdsWHhPyHvBp8cmdCEzlQnbEcPL1zxepcDswnXPVsMV+cXyGVhSJsXOcrV8q5BRKq5PMbYGNy5fI4mJLQZLUyhyjy+dVqDq5/DMuXSSE/PosfK3BsuHU5rAuKUrNTBl+u8I3VStn4hg/X6kZlAT/AjM9XsIpYhfVo6+dwM3ysGoXAxlTR5ax4u2f/UuGuyoS1BBYW/+LVreL3lRmzhLFyAT+wTGhmNbQKZheakdzSLCxMwDFWZ8yiq/B9YQXWLZi743FCsld0E6u5okxsfN1+N+CvSW7AX5PcgL8muQF/TXID/prkBvw1yQ34a5Ib8NckN+CvSf4XBgJB6/nzRI8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download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66" y="3714752"/>
            <a:ext cx="5929354" cy="1802136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1857356" y="5445450"/>
            <a:ext cx="6000792" cy="714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               HTML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JavaScript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500174"/>
            <a:ext cx="8229600" cy="47149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We Will Cover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How the Web Works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HTML: The Structure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CSS: The Style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JavaScript: The Interactivity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Putting It All Together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Tools &amp; Next Steps</a:t>
            </a:r>
            <a:endParaRPr lang="en-US" dirty="0"/>
          </a:p>
        </p:txBody>
      </p:sp>
      <p:sp>
        <p:nvSpPr>
          <p:cNvPr id="3074" name="AutoShape 2" descr="data:image/jpeg;base64,/9j/4AAQSkZJRgABAQAAAQABAAD/2wCEAAkGBwgHBgkIBwgKCgkLDRYPDQwMDRsUFRAWIB0iIiAdHx8kKDQsJCYxJx8fLT0tMTU3Ojo6Iys/RD84QzQ5OjcBCgoKDQwNGg8PGjclHyU3Nzc3Nzc3Nzc3Nzc3Nzc3Nzc3Nzc3Nzc3Nzc3Nzc3Nzc3Nzc3Nzc3Nzc3Nzc3Nzc3N//AABEIAJQAygMBEQACEQEDEQH/xAAcAAEAAQUBAQAAAAAAAAAAAAAABgIDBAUHAQj/xABFEAABAwMBAwUNBQYFBQAAAAABAAIDBAURBhIhMRNBUVKRBxQWVGFxgZKTobHB4RUiU2LRMzRChKLSNnN0svEjJDJjcv/EABwBAQACAwEBAQAAAAAAAAAAAAAEBQEDBgIHCP/EADgRAAIBAwEEBgcIAwEBAAAAAAABAgMEEQUSITFRFDJhcaHBBhVBUoGRsRMiIzM0YtHwJHLhQhb/2gAMAwEAAhEDEQA/AO4oAgCAIAgCAIAgCAIAgCAIAgCAIAgCAIAgCAIAgCAIAgCAIAgCAIAgCAIAgCAIAgCAIAgCAIAgCAIAgCAIAgCAIAgCAIAgCAIAgCAIAgCAIAgCAIAgCAIAgCAIAgCAIAgCAIAgCAIAgCAFAc+1nqW72m9mmpJ42wmJrg0xgkE5zvUKvWnCeEdPpOm2tzbbdSLby/aaPw4v/jMfsQtPSanMs/Ull7r+Y8OL/wCMx+xCdJqcx6ksvdfzHhxf/GY/YhOk1OY9SWXuv5jw4v8A4zH7EJ0mpzHqSy91/Mri1nqKV2zHOxx44EITpNTmeZaNYRWXFr4l3wr1R12+wCdJqczx6q07l4jwr1R12+wCdJqcx6q03+seFeqOu32ATpNTmPVWm/1jwr1R12+wCdJqcx6q03+sQau1E6up6eWdjeUlY0jkRwJwsxuKjaMVNJsVSlOK4J+06oOAVkcWeoAgCAIAgCAIAgCAIAgCAIAgOY90+MNvFLJ14MdhKr7pffXcdh6OSzQku3yIaop0QQBAEBn2X96f/ln4hCJe9Rd5vAsFcEAQAoDComcvq2hjxwlZ7t62UuujdWexYVJdjOxDgrc4MIAgCAIAgCAIAgCAtyTRxDMr2sBOAXEBEs8DDaXEo78pvGIfaBetmXIxtx5jvym8Yh9oE2Zchtx5jvym8Yh9oFjZfIbceY78pvGIfaBNmXIbceZz7uoGKWa3SxSMf92Rp2XA9Uj5qDeLDizq/RmomqkV2eZB1COpJDouy0l7qquGtMoEUbXs5N2Ocg59ykW9ONR4ZT6xe1bSEJUsb208+BLvAGzdaq9r9FJ6LDtKFekF3j2fIeANn61V7X6J0WHaP/oLvs+RepNEWqCXbjdUZxjfJ9E6LT7TXU1y5qLDSMzwSt/Wn9f6LHRKfaavWtfsHglbutN630TokO0eta/YYN60/RUFtmqYnS7bcAbTt28gLXWt4Qg5IkWmoVq1ZQeMEWKhF2WdNgSa2pi4gNbI4knyMK3UMfaLJ6v3s6bJLl5nWBPFj9qz1grPbjzOJ2Jchy8X4rPWCbceY2Jchy8P4rPWCbceY2Jchy8P4rPWCbceY2Jchy8X4jPWCbceY2JcisOBxhejyeoAgCAICF91WLb05HJj9lUtPmyCPmpunv8AGK3VFmhnkzko2nHDQ4noCutxzqyyvk5uo/1Vjajz8T1sz5Mv0lO6RzhJFIejcVshstmup9pFbjI7yH4UnvWzEDVtVQ+ERNB2XNJPPnoKoNfhFUoNc8eH/DvPQKrLpVanL2xT+T/6WyuWPqKJX3NZNnUMrOZ9I/tDm/VSrTrlD6RRzaJ8pL6M6crA4sjUmubJHI5j31Ic1xaf+geIOCo/Saa4lxHQryUU1jf2l2k1rZqiXYifUF2M74SE6VTPNTRLumsyx8zK8K7Z0zezWOlUzV6ruOz5jwrtnTN7NOlUx6quOz5mt1BfaOvtrqemMm25zT95mNwOVqr3EJwcUS7Kxq0aynPGN/tIzxChF0zVWsbd5kd0bZ+SjXjxS+JMud1sl3G/VQVR7snGcHHThZwzGUbKKmhdG0mPJIGSvG/2ESVWWeJX3pD+F8U+8Y+1lzLNZTxsg+6zDsgcSiy3snunUk5b2TaBuzGxvQ0D3Lu4LCOdk8yZdXowEAQBARfujRcrpKs/K5juxwUqyeK6IWoRzbyOXaUr4bbf6SqqnbEDHHlHbJdgYPMFb3MHOk0uJQ2dVUqylLgdMOttNDjWY/ln/wBqqehXHLxLz1hbe94Muw6z02/OzWZ/l3/2rKsbl8F4ow9StFxl4Mz7ZfbVdah1PQy8pI1m2QYnNwN3SPKFrq2taitqawbKN5Qry2aby+4hndNI+0adgAGxDntctdzDNhKX7l/HmXGg1NnWow5wl9U/IhaoUfRiRaBk5PU8AP8AHG9vuz8lvtnioU+uxzZS70dX4KzOFOI3hnJXm4R9Wrmx5ts492FUTWJs+kWctq3pv9q+iLll/en/AOWfiF4MXnUXebwLBXBAMIAd29AavT/3q2Z/5fifooV+/wANEu+3Ukv7wN8eBVYyr9pMa1o+wHnAz3vn3LqrhLoEv9fI56i30td57pwDvN2QOb4KNoqTpz7z1fP75lvuFHG9zHvw5pwfuH9FLnqFrTk4Se9dhoVvVksojtyc2asaWb2vnGPMudqTjWu248G15FrbpwptPikS8BdiUZ6gCAIAgNJrKPltL3Jn/pJ7N63WzxWi+0j3azQkuw4WuiOSMihoaq4TcjRU8k8oG1sRjJx0rxOcYLMng906U6jxBZNxR6avjXP2rVVDOOLEp3VBPrI9VbG5aWIMmXc/tNdQ3CqmrqSWAciGMLxjOTv+Cg6lXp1IRUHneWOkW1WlUlKpHG40/dEk27/KB/BAwfNRq1POlT7/ADRc6TV2fSGmuxrwZFFy59XRt9IyclqW3u6ZdntBW2i8VIlfqsdqzqLsOxK1PnxzDUemr1U3+vnpbfJLBLLtse17ACC0Z4uHPlV9WhNzbSOz0/U7Sna04TnhpcnzfYW7Tpi+RVDjLbZGgsIBMjOkdDlr+wq8jbc6pZzglGouPJ/wbf7Au3iT/Xb+qx0eryIPT7b3/r/A+wLt4k/12/qnR6vIdPtvf8H/AAYtXQVVC5gq4TEXcMkHPYV4nTlDrI3UrilW6ksmJMcRuPQ0rwb0stIwtON/bv8AKAq++fVRv1B9VG6PAqufArkTKs/w/J/ph/tC6y5/QS/18jnaP6td/me6d/cyfKPgo2i/lS7/ACPV/wDmf3mYlXTTvqpnNheWl5wQ1VN1aV515yjBtZfsJNKrTUEm0YEbdq5ULOmbPYtVjHNzBdpvk8UZvsJku0KIIAgCAIDBvUXLWiujIztQPH9JXum8TTPFVZg0fPwXSnGm70heorDdXVk0L5WmJzNlhAO/HT5lHuaMqsNlEyzrqhNyaJxT90ehkJxb6kY/M1QYaXOX/pFhPWaUeMX4Ei07for7FNJDA+JsTg07ZBzz8yjXNrK3aUnnJNs7yN1FyisYOdazfympa/fuB2exoVjKGdLa7GQbGrs+kFOX7kiPLiz7YjMs0nI3igk6Khm/0gfNe4PE0Rb2KlbzXY/odt39BVufNsjf0FMDKKmbihnJcygPUBDNavzW0zOiMntP0UC86yL/AEeP4cn2kXrTs0kx6GlQy7pLM0ijT0OzbzN15C3sA/VV9/Hqy7zF/PNXZ7DZngq58CGTKs/w+/8A0w+AXW3H6B/6+RztH9Wu/wAy1YquCno9maQNJwcYJ5lW6Zd0KFJqpLDybrulOdTMUbjlGvgMsZy0tyCrtVIzpbceDWfAgbLUsMi9CNu90Y6Np3uK5bTI7V3F978H/JcV91tP4EuXXlKEAQBAEBTIwSRuYeDgQURh70fOTmuaHNO5wBB8hXT5yjjcYlhnVLvo+guVjjms9FBBWyMY9jw4taQcE5HDh5FTUrudOo1N7i/q2NOrRTprEiKU2jb/ABzvjdQHfwcJWFvblWdO+oJNuRT1dNuZNJROhaLs9VZaCaKsDOUll2/uOzgYAVXf3MK81KHBF1ptrUtqTjU4tnONRycpe7hIeBqXj+rCt9j/AAtn9vkU1GpjVYz5TX1NVzDzLgT74uYBLSHA4I3gjdjCGJLO42AuV3OMVdcfM962bc+ZE6NacdiPgUvul1YQJK2tbkZ+9I4ZWNua4szG1tZcIR+SM2z3S4PqnB9bUuGwTvlJ5wjqT5mi7tKEYJqC48jeU1ZWSVMLO+pyHStBHKHpSM5OS3lZVoUY029lcOXYdI4BW5yZBtXv2rxs9SJo+Krbp/iHSaUsUM82Rq6nZoZcc4A96jFxbrNRGztEOzpSkkx/5VMm/s/RR9Qj+BTfa/oQbqeb+a5RX98TbR2SWot0dVTPD3PbnkyMHOeYrTHTJ1LdVYPLa4FfK+jCs6c1uXtN9XNc2wytc3Dm0+COjcrq5TVjJP3fIq6DTuk1zNNA1z4mBjSTsgYHmXJbMpN4WfgWc2lJ5ZJHjkbY4cNmL5LrmvsrPuj5FQvvVviaKyt2r638kBPvx81RaNH/ACF2J+RZXb/xu9kqXVlOEAQBAEAQHz5eIxDdq+IcGVMjR6HFdJSeYJ9hyFwsVZJc2be262vlvijhZURSwxtDWMmiBAA3AZGD71onZUZvOCRT1GvTWM5RIaTuj1D43B1th5QAbxKcdmPmtMdMhJ9YkT1maj1DDrNaXup3Mnjp2dEUY+JyVMhptCHFZ7yBV1e5nuTx3IjFZMXhxc/alc7JJO8klSp42NlEKnKX2m2+PE8c0se5jhgtJafOF85fFn6KpvMU+ZQ8bTHDyFD37Udytr2zW6klAH34GO3DpaCraG+CPmddONWceTf1Ipryw3C6TUs9ugEwijc1zNsB3HmzuWi5pSm04l1omoULZSjVeMvJFLZbLhT17o56GqjfsEYdEd+8cOlQnTmnwL64u6FSknGaa7yVWmy3A1tPNJTOjia8OcXkA483FbaVCbkngpLq+ofZyjGWXgnY4KyOcOfalft32q/KWt/pCqrj8xnUadHFvH4kevJxRY6zgPn8lqRbWyzUJNRQ7Gg7a7n5Qv8AWLvovGox/wAOLfMpK1TOp1e7yRmWy+ijp2U8sBc1mcOa7fxytFpqaoU1TlHOO0j3Ng6s3UUjMrb1RVVvqI2uc2R0ZAa5p3nzhS7jUaFa3nBPe0/YRqNlWp1oya3F20VsFLRNEmdvoA8iiWF7Rt6LU+ORc0Z1Kv3eB7W3dksL4wzYa4YLnFLrVvtabpxjxMUrRxkpNmPpsiW61MjSCGxNAx5f+FjRI/iyfJeZtv8A7tGK7STrpSpCAIAgCA8JQGkuWnbFcHPfW0MJkdxe3LHH0hboXFWG5SI9S1o1N8okYuGgLK7JpbhPTHqvw9v6+9SYahUXWSZCnpVJ9VtGlGipYpy2K8UYjPF5Bz2KVHUopdVkSWjybw5G4odC2w4dW3aeoPViwxvwK0T1Ko+qiTT0ijHrMkdu0vp6i2XQUMTnjfty5efeos7qtPiybTs6NPhE5Zd4+RvNwi6tXLjzbZx7lQTWJs+p2c1O2py/avoYi8kk6jpjUVqNooaWWviiqIoGRuZKdjeBjcTx9CsaVWGwk2cLqOnXKuKlSMG4tt7t5JmPa9ocxzXA87TlSE88CocWtzRcj3FDBXkeTCAxqm40VNunqoWHoLxnsXh1Ix4s2wt6tTqRb+Bz65ztqLlUzMdtMkkJacc3MqqrJSm2jqraDp0YxfFI0l8P/bxj8+ewfVeCytF95nTNN08fgvbIKhjXDvWMuDhuyWgn4q0jTjKkozWUcZf1ZdNqyi8fef1PKmz2p/AGJ3Sx2PoolTS7afCOO4xC/rx9ue81VVZqZmTDcGeaQfooU9F9yfzJUNT9+PyEFByga2W5RNA3Yj3rxDRZN5lIxK/prqxNhT2W2Ah0kkk5/M7A9ym0tIt48cv+9holqFZ8MI29JT01OCKaNjAeOyOKn0qFOluhFLuIk6s6jzJ5MpbjWEAQBAEB4QgPDG08WgoCg00LuMbT6EBR3lTZ/YR9izkxgqFLAOETR5gsZGCrk2NG5oRGTjWrmclqm5txjM20PS0H5qqrfmM+g6U9qypd3mzULUWI5sIYL9JWVNGQaSolg8kbyB2L0pSXBmqrb0qv5kU+9Eks2rb057oZKpsgDMhz4wXDeOf9Vt6TUS4lNd6PaRW0o4+Jk1FxranPL1Urx0bWPcFrlVnLizVTtaNPqxRiAb9w3leMs34PeHEgelYMmnv8mWMZGQ5wDjgFZwT7Jb22dloYmxUMEQG5kbWj0DCuI9VHz6rLaqSlzZeMUbuLAvRrLZpKc8YWdixgZPBR044Qs7EwZyVtgibwY3sWTBWGgcAEBUEAQBAEAQBAEAQBAEB4d6Ai1+0TSXesfWd9zwzvA2sBrmHAxwxn3qPUt4zeS4stZq2tNU9lOK+ZGavue3KIE0tRBP5DlhUd2k1wLij6RW8t04teJoq3T14ocmot1Rsj+KNu2P6crVKlOPFFpR1K0rdWovju+prCC1xa4FrhzHctT3cSanngZdtnjp6hzpiWgsIG7yhCPcxdSCSMyS8Rg4jicT5ThYI8bSXtZXTi93E4oaCdwPBzYjs4/wDo7lsjSk+CPM3aUPzZr57/AJcTaU2ir9V4NVLHTg8z5Noj0Bbo203xIVTWrGlugm/h/JuKLucUrXNfWXCeQgg7MTWsHm35W6NpH2sgVfSKpJNU4Jd+/wDgnLRstAHMpZzh6gCAIAgCAIAgCAIAgCAIAgCA8JQHheBxQFt07BxJQFl1dC3ihnBZfd6VnErA2TX11ystS3Zq4IZR+dgK8uMXxRupVq1LqSaNFLRaNfMHmHYOd7WSua3sytfR6eeBYR1m+jHZ2/BG1t9TpyjwKOlp2Y4ODBntXtQhHgiHWu7mt+ZNv4m2ZeaN25pXsi7JfbXwO4LJjBebUxngUGC4JAUBUDlAeoAgCAIAgCAIAgCAIAgCAIAgKS0HiEBSYWO4tQFt1JC7ixAW3W6mdxjCGclp1mojxhHYgyU/YdB+A3sQbTKm2ahHCFvYgyXG2ylbwiCDJcbRQN4MCGC4II28GoCsNA4BAVIAgCAIAgCAIAgCAIAgCAIAgCAIAgCAIAgCAIAg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data:image/jpeg;base64,/9j/4AAQSkZJRgABAQAAAQABAAD/2wCEAAkGBwgHBgkIBwgKCgkLDRYPDQwMDRsUFRAWIB0iIiAdHx8kKDQsJCYxJx8fLT0tMTU3Ojo6Iys/RD84QzQ5OjcBCgoKDQwNGg8PGjclHyU3Nzc3Nzc3Nzc3Nzc3Nzc3Nzc3Nzc3Nzc3Nzc3Nzc3Nzc3Nzc3Nzc3Nzc3Nzc3Nzc3N//AABEIAJQAygMBEQACEQEDEQH/xAAcAAEAAQUBAQAAAAAAAAAAAAAABgIDBAUHAQj/xABFEAABAwMBAwUNBQYFBQAAAAABAAIDBAURBhIhMRNBUVKRBxQWVGFxgZKTobHB4RUiU2LRMzRChKLSNnN0svEjJDJjcv/EABwBAQACAwEBAQAAAAAAAAAAAAAEBQEDBgIHCP/EADgRAAIBAwEEBgcIAwEBAAAAAAABAgMEEQUSITFRFDJhcaHBBhVBUoGRsRMiIzM0YtHwJHLhQhb/2gAMAwEAAhEDEQA/AO4oAgCAIAgCAIAgCAIAgCAIAgCAIAgCAIAgCAIAgCAIAgCAIAgCAIAgCAIAgCAIAgCAIAgCAIAgCAIAgCAIAgCAIAgCAIAgCAIAgCAIAgCAIAgCAIAgCAIAgCAIAgCAIAgCAIAgCAIAgCAFAc+1nqW72m9mmpJ42wmJrg0xgkE5zvUKvWnCeEdPpOm2tzbbdSLby/aaPw4v/jMfsQtPSanMs/Ull7r+Y8OL/wCMx+xCdJqcx6ksvdfzHhxf/GY/YhOk1OY9SWXuv5jw4v8A4zH7EJ0mpzHqSy91/Mri1nqKV2zHOxx44EITpNTmeZaNYRWXFr4l3wr1R12+wCdJqczx6q07l4jwr1R12+wCdJqcx6q03+seFeqOu32ATpNTmPVWm/1jwr1R12+wCdJqcx6q03+sQau1E6up6eWdjeUlY0jkRwJwsxuKjaMVNJsVSlOK4J+06oOAVkcWeoAgCAIAgCAIAgCAIAgCAIAgOY90+MNvFLJ14MdhKr7pffXcdh6OSzQku3yIaop0QQBAEBn2X96f/ln4hCJe9Rd5vAsFcEAQAoDComcvq2hjxwlZ7t62UuujdWexYVJdjOxDgrc4MIAgCAIAgCAIAgCAtyTRxDMr2sBOAXEBEs8DDaXEo78pvGIfaBetmXIxtx5jvym8Yh9oE2Zchtx5jvym8Yh9oFjZfIbceY78pvGIfaBNmXIbceZz7uoGKWa3SxSMf92Rp2XA9Uj5qDeLDizq/RmomqkV2eZB1COpJDouy0l7qquGtMoEUbXs5N2Ocg59ykW9ONR4ZT6xe1bSEJUsb208+BLvAGzdaq9r9FJ6LDtKFekF3j2fIeANn61V7X6J0WHaP/oLvs+RepNEWqCXbjdUZxjfJ9E6LT7TXU1y5qLDSMzwSt/Wn9f6LHRKfaavWtfsHglbutN630TokO0eta/YYN60/RUFtmqYnS7bcAbTt28gLXWt4Qg5IkWmoVq1ZQeMEWKhF2WdNgSa2pi4gNbI4knyMK3UMfaLJ6v3s6bJLl5nWBPFj9qz1grPbjzOJ2Jchy8X4rPWCbceY2Jchy8P4rPWCbceY2Jchy8P4rPWCbceY2Jchy8X4jPWCbceY2JcisOBxhejyeoAgCAICF91WLb05HJj9lUtPmyCPmpunv8AGK3VFmhnkzko2nHDQ4noCutxzqyyvk5uo/1Vjajz8T1sz5Mv0lO6RzhJFIejcVshstmup9pFbjI7yH4UnvWzEDVtVQ+ERNB2XNJPPnoKoNfhFUoNc8eH/DvPQKrLpVanL2xT+T/6WyuWPqKJX3NZNnUMrOZ9I/tDm/VSrTrlD6RRzaJ8pL6M6crA4sjUmubJHI5j31Ic1xaf+geIOCo/Saa4lxHQryUU1jf2l2k1rZqiXYifUF2M74SE6VTPNTRLumsyx8zK8K7Z0zezWOlUzV6ruOz5jwrtnTN7NOlUx6quOz5mt1BfaOvtrqemMm25zT95mNwOVqr3EJwcUS7Kxq0aynPGN/tIzxChF0zVWsbd5kd0bZ+SjXjxS+JMud1sl3G/VQVR7snGcHHThZwzGUbKKmhdG0mPJIGSvG/2ESVWWeJX3pD+F8U+8Y+1lzLNZTxsg+6zDsgcSiy3snunUk5b2TaBuzGxvQ0D3Lu4LCOdk8yZdXowEAQBARfujRcrpKs/K5juxwUqyeK6IWoRzbyOXaUr4bbf6SqqnbEDHHlHbJdgYPMFb3MHOk0uJQ2dVUqylLgdMOttNDjWY/ln/wBqqehXHLxLz1hbe94Muw6z02/OzWZ/l3/2rKsbl8F4ow9StFxl4Mz7ZfbVdah1PQy8pI1m2QYnNwN3SPKFrq2taitqawbKN5Qry2aby+4hndNI+0adgAGxDntctdzDNhKX7l/HmXGg1NnWow5wl9U/IhaoUfRiRaBk5PU8AP8AHG9vuz8lvtnioU+uxzZS70dX4KzOFOI3hnJXm4R9Wrmx5ts492FUTWJs+kWctq3pv9q+iLll/en/AOWfiF4MXnUXebwLBXBAMIAd29AavT/3q2Z/5fifooV+/wANEu+3Ukv7wN8eBVYyr9pMa1o+wHnAz3vn3LqrhLoEv9fI56i30td57pwDvN2QOb4KNoqTpz7z1fP75lvuFHG9zHvw5pwfuH9FLnqFrTk4Se9dhoVvVksojtyc2asaWb2vnGPMudqTjWu248G15FrbpwptPikS8BdiUZ6gCAIAgNJrKPltL3Jn/pJ7N63WzxWi+0j3azQkuw4WuiOSMihoaq4TcjRU8k8oG1sRjJx0rxOcYLMng906U6jxBZNxR6avjXP2rVVDOOLEp3VBPrI9VbG5aWIMmXc/tNdQ3CqmrqSWAciGMLxjOTv+Cg6lXp1IRUHneWOkW1WlUlKpHG40/dEk27/KB/BAwfNRq1POlT7/ADRc6TV2fSGmuxrwZFFy59XRt9IyclqW3u6ZdntBW2i8VIlfqsdqzqLsOxK1PnxzDUemr1U3+vnpbfJLBLLtse17ACC0Z4uHPlV9WhNzbSOz0/U7Sna04TnhpcnzfYW7Tpi+RVDjLbZGgsIBMjOkdDlr+wq8jbc6pZzglGouPJ/wbf7Au3iT/Xb+qx0eryIPT7b3/r/A+wLt4k/12/qnR6vIdPtvf8H/AAYtXQVVC5gq4TEXcMkHPYV4nTlDrI3UrilW6ksmJMcRuPQ0rwb0stIwtON/bv8AKAq++fVRv1B9VG6PAqufArkTKs/w/J/ph/tC6y5/QS/18jnaP6td/me6d/cyfKPgo2i/lS7/ACPV/wDmf3mYlXTTvqpnNheWl5wQ1VN1aV515yjBtZfsJNKrTUEm0YEbdq5ULOmbPYtVjHNzBdpvk8UZvsJku0KIIAgCAIDBvUXLWiujIztQPH9JXum8TTPFVZg0fPwXSnGm70heorDdXVk0L5WmJzNlhAO/HT5lHuaMqsNlEyzrqhNyaJxT90ehkJxb6kY/M1QYaXOX/pFhPWaUeMX4Ei07for7FNJDA+JsTg07ZBzz8yjXNrK3aUnnJNs7yN1FyisYOdazfympa/fuB2exoVjKGdLa7GQbGrs+kFOX7kiPLiz7YjMs0nI3igk6Khm/0gfNe4PE0Rb2KlbzXY/odt39BVufNsjf0FMDKKmbihnJcygPUBDNavzW0zOiMntP0UC86yL/AEeP4cn2kXrTs0kx6GlQy7pLM0ijT0OzbzN15C3sA/VV9/Hqy7zF/PNXZ7DZngq58CGTKs/w+/8A0w+AXW3H6B/6+RztH9Wu/wAy1YquCno9maQNJwcYJ5lW6Zd0KFJqpLDybrulOdTMUbjlGvgMsZy0tyCrtVIzpbceDWfAgbLUsMi9CNu90Y6Np3uK5bTI7V3F978H/JcV91tP4EuXXlKEAQBAEBTIwSRuYeDgQURh70fOTmuaHNO5wBB8hXT5yjjcYlhnVLvo+guVjjms9FBBWyMY9jw4taQcE5HDh5FTUrudOo1N7i/q2NOrRTprEiKU2jb/ABzvjdQHfwcJWFvblWdO+oJNuRT1dNuZNJROhaLs9VZaCaKsDOUll2/uOzgYAVXf3MK81KHBF1ptrUtqTjU4tnONRycpe7hIeBqXj+rCt9j/AAtn9vkU1GpjVYz5TX1NVzDzLgT74uYBLSHA4I3gjdjCGJLO42AuV3OMVdcfM962bc+ZE6NacdiPgUvul1YQJK2tbkZ+9I4ZWNua4szG1tZcIR+SM2z3S4PqnB9bUuGwTvlJ5wjqT5mi7tKEYJqC48jeU1ZWSVMLO+pyHStBHKHpSM5OS3lZVoUY029lcOXYdI4BW5yZBtXv2rxs9SJo+Krbp/iHSaUsUM82Rq6nZoZcc4A96jFxbrNRGztEOzpSkkx/5VMm/s/RR9Qj+BTfa/oQbqeb+a5RX98TbR2SWot0dVTPD3PbnkyMHOeYrTHTJ1LdVYPLa4FfK+jCs6c1uXtN9XNc2wytc3Dm0+COjcrq5TVjJP3fIq6DTuk1zNNA1z4mBjSTsgYHmXJbMpN4WfgWc2lJ5ZJHjkbY4cNmL5LrmvsrPuj5FQvvVviaKyt2r638kBPvx81RaNH/ACF2J+RZXb/xu9kqXVlOEAQBAEAQHz5eIxDdq+IcGVMjR6HFdJSeYJ9hyFwsVZJc2be262vlvijhZURSwxtDWMmiBAA3AZGD71onZUZvOCRT1GvTWM5RIaTuj1D43B1th5QAbxKcdmPmtMdMhJ9YkT1maj1DDrNaXup3Mnjp2dEUY+JyVMhptCHFZ7yBV1e5nuTx3IjFZMXhxc/alc7JJO8klSp42NlEKnKX2m2+PE8c0se5jhgtJafOF85fFn6KpvMU+ZQ8bTHDyFD37Udytr2zW6klAH34GO3DpaCraG+CPmddONWceTf1Ipryw3C6TUs9ugEwijc1zNsB3HmzuWi5pSm04l1omoULZSjVeMvJFLZbLhT17o56GqjfsEYdEd+8cOlQnTmnwL64u6FSknGaa7yVWmy3A1tPNJTOjia8OcXkA483FbaVCbkngpLq+ofZyjGWXgnY4KyOcOfalft32q/KWt/pCqrj8xnUadHFvH4kevJxRY6zgPn8lqRbWyzUJNRQ7Gg7a7n5Qv8AWLvovGox/wAOLfMpK1TOp1e7yRmWy+ijp2U8sBc1mcOa7fxytFpqaoU1TlHOO0j3Ng6s3UUjMrb1RVVvqI2uc2R0ZAa5p3nzhS7jUaFa3nBPe0/YRqNlWp1oya3F20VsFLRNEmdvoA8iiWF7Rt6LU+ORc0Z1Kv3eB7W3dksL4wzYa4YLnFLrVvtabpxjxMUrRxkpNmPpsiW61MjSCGxNAx5f+FjRI/iyfJeZtv8A7tGK7STrpSpCAIAgCA8JQGkuWnbFcHPfW0MJkdxe3LHH0hboXFWG5SI9S1o1N8okYuGgLK7JpbhPTHqvw9v6+9SYahUXWSZCnpVJ9VtGlGipYpy2K8UYjPF5Bz2KVHUopdVkSWjybw5G4odC2w4dW3aeoPViwxvwK0T1Ko+qiTT0ijHrMkdu0vp6i2XQUMTnjfty5efeos7qtPiybTs6NPhE5Zd4+RvNwi6tXLjzbZx7lQTWJs+p2c1O2py/avoYi8kk6jpjUVqNooaWWviiqIoGRuZKdjeBjcTx9CsaVWGwk2cLqOnXKuKlSMG4tt7t5JmPa9ocxzXA87TlSE88CocWtzRcj3FDBXkeTCAxqm40VNunqoWHoLxnsXh1Ix4s2wt6tTqRb+Bz65ztqLlUzMdtMkkJacc3MqqrJSm2jqraDp0YxfFI0l8P/bxj8+ewfVeCytF95nTNN08fgvbIKhjXDvWMuDhuyWgn4q0jTjKkozWUcZf1ZdNqyi8fef1PKmz2p/AGJ3Sx2PoolTS7afCOO4xC/rx9ue81VVZqZmTDcGeaQfooU9F9yfzJUNT9+PyEFByga2W5RNA3Yj3rxDRZN5lIxK/prqxNhT2W2Ah0kkk5/M7A9ym0tIt48cv+9holqFZ8MI29JT01OCKaNjAeOyOKn0qFOluhFLuIk6s6jzJ5MpbjWEAQBAEB4QgPDG08WgoCg00LuMbT6EBR3lTZ/YR9izkxgqFLAOETR5gsZGCrk2NG5oRGTjWrmclqm5txjM20PS0H5qqrfmM+g6U9qypd3mzULUWI5sIYL9JWVNGQaSolg8kbyB2L0pSXBmqrb0qv5kU+9Eks2rb057oZKpsgDMhz4wXDeOf9Vt6TUS4lNd6PaRW0o4+Jk1FxranPL1Urx0bWPcFrlVnLizVTtaNPqxRiAb9w3leMs34PeHEgelYMmnv8mWMZGQ5wDjgFZwT7Jb22dloYmxUMEQG5kbWj0DCuI9VHz6rLaqSlzZeMUbuLAvRrLZpKc8YWdixgZPBR044Qs7EwZyVtgibwY3sWTBWGgcAEBUEAQBAEAQBAEAQBAEB4d6Ai1+0TSXesfWd9zwzvA2sBrmHAxwxn3qPUt4zeS4stZq2tNU9lOK+ZGavue3KIE0tRBP5DlhUd2k1wLij6RW8t04teJoq3T14ocmot1Rsj+KNu2P6crVKlOPFFpR1K0rdWovju+prCC1xa4FrhzHctT3cSanngZdtnjp6hzpiWgsIG7yhCPcxdSCSMyS8Rg4jicT5ThYI8bSXtZXTi93E4oaCdwPBzYjs4/wDo7lsjSk+CPM3aUPzZr57/AJcTaU2ir9V4NVLHTg8z5Noj0Bbo203xIVTWrGlugm/h/JuKLucUrXNfWXCeQgg7MTWsHm35W6NpH2sgVfSKpJNU4Jd+/wDgnLRstAHMpZzh6gCAIAgCAIAgCAIAgCAIAgCA8JQHheBxQFt07BxJQFl1dC3ihnBZfd6VnErA2TX11ystS3Zq4IZR+dgK8uMXxRupVq1LqSaNFLRaNfMHmHYOd7WSua3sytfR6eeBYR1m+jHZ2/BG1t9TpyjwKOlp2Y4ODBntXtQhHgiHWu7mt+ZNv4m2ZeaN25pXsi7JfbXwO4LJjBebUxngUGC4JAUBUDlAeoAgCAIAgCAIAgCAIAgCAIAgKS0HiEBSYWO4tQFt1JC7ixAW3W6mdxjCGclp1mojxhHYgyU/YdB+A3sQbTKm2ahHCFvYgyXG2ylbwiCDJcbRQN4MCGC4II28GoCsNA4BAVIAgCAIAgCAIAgCAIAgCAIAgCAIAgCAIAgCAIAg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:image/jpeg;base64,/9j/4AAQSkZJRgABAQAAAQABAAD/2wCEAAkGBwgHBgkIBwgKCgkLDRYPDQwMDRsUFRAWIB0iIiAdHx8kKDQsJCYxJx8fLT0tMTU3Ojo6Iys/RD84QzQ5OjcBCgoKDQwNGg8PGjclHyU3Nzc3Nzc3Nzc3Nzc3Nzc3Nzc3Nzc3Nzc3Nzc3Nzc3Nzc3Nzc3Nzc3Nzc3Nzc3Nzc3N//AABEIAJQAygMBEQACEQEDEQH/xAAcAAEAAQUBAQAAAAAAAAAAAAAABgIDBAUHAQj/xABFEAABAwMBAwUNBQYFBQAAAAABAAIDBAURBhIhMRNBUVKRBxQWVGFxgZKTobHB4RUiU2LRMzRChKLSNnN0svEjJDJjcv/EABwBAQACAwEBAQAAAAAAAAAAAAAEBQEDBgIHCP/EADgRAAIBAwEEBgcIAwEBAAAAAAABAgMEEQUSITFRFDJhcaHBBhVBUoGRsRMiIzM0YtHwJHLhQhb/2gAMAwEAAhEDEQA/AO4oAgCAIAgCAIAgCAIAgCAIAgCAIAgCAIAgCAIAgCAIAgCAIAgCAIAgCAIAgCAIAgCAIAgCAIAgCAIAgCAIAgCAIAgCAIAgCAIAgCAIAgCAIAgCAIAgCAIAgCAIAgCAIAgCAIAgCAIAgCAFAc+1nqW72m9mmpJ42wmJrg0xgkE5zvUKvWnCeEdPpOm2tzbbdSLby/aaPw4v/jMfsQtPSanMs/Ull7r+Y8OL/wCMx+xCdJqcx6ksvdfzHhxf/GY/YhOk1OY9SWXuv5jw4v8A4zH7EJ0mpzHqSy91/Mri1nqKV2zHOxx44EITpNTmeZaNYRWXFr4l3wr1R12+wCdJqczx6q07l4jwr1R12+wCdJqcx6q03+seFeqOu32ATpNTmPVWm/1jwr1R12+wCdJqcx6q03+sQau1E6up6eWdjeUlY0jkRwJwsxuKjaMVNJsVSlOK4J+06oOAVkcWeoAgCAIAgCAIAgCAIAgCAIAgOY90+MNvFLJ14MdhKr7pffXcdh6OSzQku3yIaop0QQBAEBn2X96f/ln4hCJe9Rd5vAsFcEAQAoDComcvq2hjxwlZ7t62UuujdWexYVJdjOxDgrc4MIAgCAIAgCAIAgCAtyTRxDMr2sBOAXEBEs8DDaXEo78pvGIfaBetmXIxtx5jvym8Yh9oE2Zchtx5jvym8Yh9oFjZfIbceY78pvGIfaBNmXIbceZz7uoGKWa3SxSMf92Rp2XA9Uj5qDeLDizq/RmomqkV2eZB1COpJDouy0l7qquGtMoEUbXs5N2Ocg59ykW9ONR4ZT6xe1bSEJUsb208+BLvAGzdaq9r9FJ6LDtKFekF3j2fIeANn61V7X6J0WHaP/oLvs+RepNEWqCXbjdUZxjfJ9E6LT7TXU1y5qLDSMzwSt/Wn9f6LHRKfaavWtfsHglbutN630TokO0eta/YYN60/RUFtmqYnS7bcAbTt28gLXWt4Qg5IkWmoVq1ZQeMEWKhF2WdNgSa2pi4gNbI4knyMK3UMfaLJ6v3s6bJLl5nWBPFj9qz1grPbjzOJ2Jchy8X4rPWCbceY2Jchy8P4rPWCbceY2Jchy8P4rPWCbceY2Jchy8X4jPWCbceY2JcisOBxhejyeoAgCAICF91WLb05HJj9lUtPmyCPmpunv8AGK3VFmhnkzko2nHDQ4noCutxzqyyvk5uo/1Vjajz8T1sz5Mv0lO6RzhJFIejcVshstmup9pFbjI7yH4UnvWzEDVtVQ+ERNB2XNJPPnoKoNfhFUoNc8eH/DvPQKrLpVanL2xT+T/6WyuWPqKJX3NZNnUMrOZ9I/tDm/VSrTrlD6RRzaJ8pL6M6crA4sjUmubJHI5j31Ic1xaf+geIOCo/Saa4lxHQryUU1jf2l2k1rZqiXYifUF2M74SE6VTPNTRLumsyx8zK8K7Z0zezWOlUzV6ruOz5jwrtnTN7NOlUx6quOz5mt1BfaOvtrqemMm25zT95mNwOVqr3EJwcUS7Kxq0aynPGN/tIzxChF0zVWsbd5kd0bZ+SjXjxS+JMud1sl3G/VQVR7snGcHHThZwzGUbKKmhdG0mPJIGSvG/2ESVWWeJX3pD+F8U+8Y+1lzLNZTxsg+6zDsgcSiy3snunUk5b2TaBuzGxvQ0D3Lu4LCOdk8yZdXowEAQBARfujRcrpKs/K5juxwUqyeK6IWoRzbyOXaUr4bbf6SqqnbEDHHlHbJdgYPMFb3MHOk0uJQ2dVUqylLgdMOttNDjWY/ln/wBqqehXHLxLz1hbe94Muw6z02/OzWZ/l3/2rKsbl8F4ow9StFxl4Mz7ZfbVdah1PQy8pI1m2QYnNwN3SPKFrq2taitqawbKN5Qry2aby+4hndNI+0adgAGxDntctdzDNhKX7l/HmXGg1NnWow5wl9U/IhaoUfRiRaBk5PU8AP8AHG9vuz8lvtnioU+uxzZS70dX4KzOFOI3hnJXm4R9Wrmx5ts492FUTWJs+kWctq3pv9q+iLll/en/AOWfiF4MXnUXebwLBXBAMIAd29AavT/3q2Z/5fifooV+/wANEu+3Ukv7wN8eBVYyr9pMa1o+wHnAz3vn3LqrhLoEv9fI56i30td57pwDvN2QOb4KNoqTpz7z1fP75lvuFHG9zHvw5pwfuH9FLnqFrTk4Se9dhoVvVksojtyc2asaWb2vnGPMudqTjWu248G15FrbpwptPikS8BdiUZ6gCAIAgNJrKPltL3Jn/pJ7N63WzxWi+0j3azQkuw4WuiOSMihoaq4TcjRU8k8oG1sRjJx0rxOcYLMng906U6jxBZNxR6avjXP2rVVDOOLEp3VBPrI9VbG5aWIMmXc/tNdQ3CqmrqSWAciGMLxjOTv+Cg6lXp1IRUHneWOkW1WlUlKpHG40/dEk27/KB/BAwfNRq1POlT7/ADRc6TV2fSGmuxrwZFFy59XRt9IyclqW3u6ZdntBW2i8VIlfqsdqzqLsOxK1PnxzDUemr1U3+vnpbfJLBLLtse17ACC0Z4uHPlV9WhNzbSOz0/U7Sna04TnhpcnzfYW7Tpi+RVDjLbZGgsIBMjOkdDlr+wq8jbc6pZzglGouPJ/wbf7Au3iT/Xb+qx0eryIPT7b3/r/A+wLt4k/12/qnR6vIdPtvf8H/AAYtXQVVC5gq4TEXcMkHPYV4nTlDrI3UrilW6ksmJMcRuPQ0rwb0stIwtON/bv8AKAq++fVRv1B9VG6PAqufArkTKs/w/J/ph/tC6y5/QS/18jnaP6td/me6d/cyfKPgo2i/lS7/ACPV/wDmf3mYlXTTvqpnNheWl5wQ1VN1aV515yjBtZfsJNKrTUEm0YEbdq5ULOmbPYtVjHNzBdpvk8UZvsJku0KIIAgCAIDBvUXLWiujIztQPH9JXum8TTPFVZg0fPwXSnGm70heorDdXVk0L5WmJzNlhAO/HT5lHuaMqsNlEyzrqhNyaJxT90ehkJxb6kY/M1QYaXOX/pFhPWaUeMX4Ei07for7FNJDA+JsTg07ZBzz8yjXNrK3aUnnJNs7yN1FyisYOdazfympa/fuB2exoVjKGdLa7GQbGrs+kFOX7kiPLiz7YjMs0nI3igk6Khm/0gfNe4PE0Rb2KlbzXY/odt39BVufNsjf0FMDKKmbihnJcygPUBDNavzW0zOiMntP0UC86yL/AEeP4cn2kXrTs0kx6GlQy7pLM0ijT0OzbzN15C3sA/VV9/Hqy7zF/PNXZ7DZngq58CGTKs/w+/8A0w+AXW3H6B/6+RztH9Wu/wAy1YquCno9maQNJwcYJ5lW6Zd0KFJqpLDybrulOdTMUbjlGvgMsZy0tyCrtVIzpbceDWfAgbLUsMi9CNu90Y6Np3uK5bTI7V3F978H/JcV91tP4EuXXlKEAQBAEBTIwSRuYeDgQURh70fOTmuaHNO5wBB8hXT5yjjcYlhnVLvo+guVjjms9FBBWyMY9jw4taQcE5HDh5FTUrudOo1N7i/q2NOrRTprEiKU2jb/ABzvjdQHfwcJWFvblWdO+oJNuRT1dNuZNJROhaLs9VZaCaKsDOUll2/uOzgYAVXf3MK81KHBF1ptrUtqTjU4tnONRycpe7hIeBqXj+rCt9j/AAtn9vkU1GpjVYz5TX1NVzDzLgT74uYBLSHA4I3gjdjCGJLO42AuV3OMVdcfM962bc+ZE6NacdiPgUvul1YQJK2tbkZ+9I4ZWNua4szG1tZcIR+SM2z3S4PqnB9bUuGwTvlJ5wjqT5mi7tKEYJqC48jeU1ZWSVMLO+pyHStBHKHpSM5OS3lZVoUY029lcOXYdI4BW5yZBtXv2rxs9SJo+Krbp/iHSaUsUM82Rq6nZoZcc4A96jFxbrNRGztEOzpSkkx/5VMm/s/RR9Qj+BTfa/oQbqeb+a5RX98TbR2SWot0dVTPD3PbnkyMHOeYrTHTJ1LdVYPLa4FfK+jCs6c1uXtN9XNc2wytc3Dm0+COjcrq5TVjJP3fIq6DTuk1zNNA1z4mBjSTsgYHmXJbMpN4WfgWc2lJ5ZJHjkbY4cNmL5LrmvsrPuj5FQvvVviaKyt2r638kBPvx81RaNH/ACF2J+RZXb/xu9kqXVlOEAQBAEAQHz5eIxDdq+IcGVMjR6HFdJSeYJ9hyFwsVZJc2be262vlvijhZURSwxtDWMmiBAA3AZGD71onZUZvOCRT1GvTWM5RIaTuj1D43B1th5QAbxKcdmPmtMdMhJ9YkT1maj1DDrNaXup3Mnjp2dEUY+JyVMhptCHFZ7yBV1e5nuTx3IjFZMXhxc/alc7JJO8klSp42NlEKnKX2m2+PE8c0se5jhgtJafOF85fFn6KpvMU+ZQ8bTHDyFD37Udytr2zW6klAH34GO3DpaCraG+CPmddONWceTf1Ipryw3C6TUs9ugEwijc1zNsB3HmzuWi5pSm04l1omoULZSjVeMvJFLZbLhT17o56GqjfsEYdEd+8cOlQnTmnwL64u6FSknGaa7yVWmy3A1tPNJTOjia8OcXkA483FbaVCbkngpLq+ofZyjGWXgnY4KyOcOfalft32q/KWt/pCqrj8xnUadHFvH4kevJxRY6zgPn8lqRbWyzUJNRQ7Gg7a7n5Qv8AWLvovGox/wAOLfMpK1TOp1e7yRmWy+ijp2U8sBc1mcOa7fxytFpqaoU1TlHOO0j3Ng6s3UUjMrb1RVVvqI2uc2R0ZAa5p3nzhS7jUaFa3nBPe0/YRqNlWp1oya3F20VsFLRNEmdvoA8iiWF7Rt6LU+ORc0Z1Kv3eB7W3dksL4wzYa4YLnFLrVvtabpxjxMUrRxkpNmPpsiW61MjSCGxNAx5f+FjRI/iyfJeZtv8A7tGK7STrpSpCAIAgCA8JQGkuWnbFcHPfW0MJkdxe3LHH0hboXFWG5SI9S1o1N8okYuGgLK7JpbhPTHqvw9v6+9SYahUXWSZCnpVJ9VtGlGipYpy2K8UYjPF5Bz2KVHUopdVkSWjybw5G4odC2w4dW3aeoPViwxvwK0T1Ko+qiTT0ijHrMkdu0vp6i2XQUMTnjfty5efeos7qtPiybTs6NPhE5Zd4+RvNwi6tXLjzbZx7lQTWJs+p2c1O2py/avoYi8kk6jpjUVqNooaWWviiqIoGRuZKdjeBjcTx9CsaVWGwk2cLqOnXKuKlSMG4tt7t5JmPa9ocxzXA87TlSE88CocWtzRcj3FDBXkeTCAxqm40VNunqoWHoLxnsXh1Ix4s2wt6tTqRb+Bz65ztqLlUzMdtMkkJacc3MqqrJSm2jqraDp0YxfFI0l8P/bxj8+ewfVeCytF95nTNN08fgvbIKhjXDvWMuDhuyWgn4q0jTjKkozWUcZf1ZdNqyi8fef1PKmz2p/AGJ3Sx2PoolTS7afCOO4xC/rx9ue81VVZqZmTDcGeaQfooU9F9yfzJUNT9+PyEFByga2W5RNA3Yj3rxDRZN5lIxK/prqxNhT2W2Ah0kkk5/M7A9ym0tIt48cv+9holqFZ8MI29JT01OCKaNjAeOyOKn0qFOluhFLuIk6s6jzJ5MpbjWEAQBAEB4QgPDG08WgoCg00LuMbT6EBR3lTZ/YR9izkxgqFLAOETR5gsZGCrk2NG5oRGTjWrmclqm5txjM20PS0H5qqrfmM+g6U9qypd3mzULUWI5sIYL9JWVNGQaSolg8kbyB2L0pSXBmqrb0qv5kU+9Eks2rb057oZKpsgDMhz4wXDeOf9Vt6TUS4lNd6PaRW0o4+Jk1FxranPL1Urx0bWPcFrlVnLizVTtaNPqxRiAb9w3leMs34PeHEgelYMmnv8mWMZGQ5wDjgFZwT7Jb22dloYmxUMEQG5kbWj0DCuI9VHz6rLaqSlzZeMUbuLAvRrLZpKc8YWdixgZPBR044Qs7EwZyVtgibwY3sWTBWGgcAEBUEAQBAEAQBAEAQBAEB4d6Ai1+0TSXesfWd9zwzvA2sBrmHAxwxn3qPUt4zeS4stZq2tNU9lOK+ZGavue3KIE0tRBP5DlhUd2k1wLij6RW8t04teJoq3T14ocmot1Rsj+KNu2P6crVKlOPFFpR1K0rdWovju+prCC1xa4FrhzHctT3cSanngZdtnjp6hzpiWgsIG7yhCPcxdSCSMyS8Rg4jicT5ThYI8bSXtZXTi93E4oaCdwPBzYjs4/wDo7lsjSk+CPM3aUPzZr57/AJcTaU2ir9V4NVLHTg8z5Noj0Bbo203xIVTWrGlugm/h/JuKLucUrXNfWXCeQgg7MTWsHm35W6NpH2sgVfSKpJNU4Jd+/wDgnLRstAHMpZzh6gCAIAgCAIAgCAIAgCAIAgCA8JQHheBxQFt07BxJQFl1dC3ihnBZfd6VnErA2TX11ystS3Zq4IZR+dgK8uMXxRupVq1LqSaNFLRaNfMHmHYOd7WSua3sytfR6eeBYR1m+jHZ2/BG1t9TpyjwKOlp2Y4ODBntXtQhHgiHWu7mt+ZNv4m2ZeaN25pXsi7JfbXwO4LJjBebUxngUGC4JAUBUDlAeoAgCAIAgCAIAgCAIAgCAIAgKS0HiEBSYWO4tQFt1JC7ixAW3W6mdxjCGclp1mojxhHYgyU/YdB+A3sQbTKm2ahHCFvYgyXG2ylbwiCDJcbRQN4MCGC4II28GoCsNA4BAVIAgCAIAgCAIAgCAIAgCAIAgCAIAgCAIAgCAIAgCAIAgCAIAgCAIAgCAIAgCAIAgCAIAgCAIAgCAIAgCAIAgCAIAgCAIAgCAIAgC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HTML5 CSS3 JS icon set. Web developmen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" name="AutoShape 10" descr="data:image/png;base64,iVBORw0KGgoAAAANSUhEUgAAAXgAAACGCAMAAADgrGFJAAABXFBMVEX///8AAADwfyEHdLneQBPwgTwzl9P2niD8///+//0AabXW5O/99e3eMwD66eTvfxvueAf3xqT3qkcAbLbeOw/zkiEAcLcrkM/qbjPueSz1mQPiUyz0x7772MX51qr2v6WxyuP4yrPdOgDtqZjwvLLohXPhWTTfSBzi4uK52OxPT0/b29vPz8/u7u7BwcGBvOA7Ozu5ubnvcAD42tTB3fAsLCzncVmZmZlfX19wcHCoqKiFhYX649G6urpFRUUuLi72r3xupdHvtKcgICAZGRn87+EVfb9bW1uNjY3xhzXvjj7xoGbjXkH0pW3snYrp9Pf1uZSVutz0qIDofWBcms1nn9Dxs4Pyl1TzlU04hcD7+Orkb0vpln+ew9tDjcT10MjuZwDaFwAAXbIejtL2pzL51qeFq9P86tHgTyz0onViq9743b7tdjf4xHz2uGrjclz2rlP5w4n12arwmFNReDHjAAAa80lEQVR4nO2diVvbRrDA15gku7aMRew6TYJb7BwYbBMwEPARbgPmiE3DnQBNk9I0bZP25f//vjezunZlydhhFdr3mDZGllay9NNodnZmd0UegrwiIAMjDx+OPDEXHOk/h1VDxiosttyPS9uwxLSn1r5BCCNkenfvbO9iuMmYaxOjrHm6xDdS5rFndHf/7Gx/N0poEGdW71skjLYaBzQN/+BsNhuk3tjUKKG1Q10/yhDKBht634FGv2yCHA7SdN/gIC5+qaUbm1xIf39/7DUeTsv292ef8IVkvyOxITj7xzFYSsYG4CqfZ3HxKYGDayOwx/MgLg2FRY8TiVQ4BR+jbdvY6FokFQ6nwpG1aBt5up9IpXBrZN99y5RIvbQFWtcX1zWm60A7XVokByV9kBJNb7Ra8VKa7pSODo5Km2RT39ra6itl0qXBQf1w64uut7a2GrC0heANeAMW+IFsMmmihwUATwzw/dllOPRIvwmeBAw+CtDDHGA4EnVtY9FEYg1uSQQLtGn1s0g4DNtgz8huEGcG4CnN6EelDNkppQldLNVY32Zfg5J0qUVRu2tQgtAjvb6pM0pq+hcED/eDDkIBuEl1Sg3wFBZs8PWn29vbDxHvB1j4cA5qboJ/RehUzARPjZsQFHhKjhH78cUSUEwdg3GRNl8kwqklQoYTqURk2L0rPifThO3BnwgLQOdR48mRDuoNyr5Did4A4pmDUo3UdX0xc0LoAUBmaCw39RPGMqVFCTzcKDiKAR4WtKQJnqKVRMCxR9RggOCTr5P9I4w8yiafPuTgSZDgGYsi8H1U7kgkEY5K/ChBqEuwamlvf8ltiJqo8AC+eba3tNQMwNYg+Hpph3BNjzNU80Ndq+mg5Zl4qaRvsZ1SjXJ2m/G+Rp/e0Lip+bJzqMMGB3zy6UuQN/0WeAr6heCzjwAAwf8AfPblSH9simxns28+BA+e63Q41cQfPx0G7O0aH06E906jvBKWBTU+HDleGuYaFED1iuBbeqs2yG17DSzHSWmzVmuUQNdZutVXOjjgaAlqfGtLP2TwRAy29Hg8fliDJ8EGD/hQLPDE0XjrpwB87PF2MrZM3kJtO/INNJ7sA71jD6zG5mgKyHNDvtvu1jzj9S4YobNp5nOArz4t7SBNQdtpXC+BboOel7YaR7RlfBvMHIL1ZvHGYGkQrPfBF21T16CiXSTc1Jg3QwRvSUfwj2LZV7A6pvV/C/BoTM78NlM2vZbARwLgrzXbdr5AnQ+jW/OMKLbx9dIR2OxWrbRTS9cWgW8DeNNGPF2rpfXNTOlQYxn9UNP1GkvrOkPwWl8pbdh48xgO+GQM5RLwy+ex/qcvs9nn3wI86QweyNPhvUiEuzxLrm0M/fi1SII7lO3O5hVlC3Vb+/JzHZa1nxu0VSpp6Z93KN9U2wK9L+k1msZHoPQHbZQ0BjVwHzwCrZ9t8D9blevrgampqfPkJeAJ+PdJWMlc4BkXtZfHyBJwW6N45N2laXcTCr9CyyV6wb1NKu9pFGiOniH5C7W2Bg6cORgErc7gYWk6o2mZDK1l6ngO9UyNpFsHGQ2WNSgGZieN5eAznalBIeMQvDhzvBpw3y8B/xy9+9iUrPGflV6XJZQNo2+CdScFo5I6lflFj9fWUk2gcAp+fEq0NdCmfXZ8HN7DxWM4wpJqjUDPG6sVZnzB7/iH3we+TLgfwPAb4S4h3wc3mArCuPvi0YAifuBfYv07wiTw/dvn50NDQ+dDiq+PUQAfPp5mzSV0YKKyV0N/gbrzAhZ2YeOavCc5NW8ZAfCpXcUaj8835f8T7v9R43k3IDPuBFJnE19D7ELmESgv1gP48xhvRMngjfoh9nZA7eURzi8cQTueSizJ7g1jSwkgf7a7n/BonYIfD/tc7GILLNFkgYRrFEgP4BmuW6YyeCukoxY8ypLlm6SOzefXFtZcQ58GCyTO2nR6mEcS0OuJnP5ruRNUVx4kG8AlB/xb0GIH/NvY22VCt2HdFMWCD3nIIBuzRb3GMzYMrgm46okL/tCKW6HuXIIGbQKeh922NhKPoCVwK1gq+q8l/xhkiIcMcOncWEmNb1PWSQ/wL3QK/jCq8T0QzWNBtCBOrjk9Ohr1IUej06PT7uiZsyNsbHPw/3ViqhMl1Lb/5gpzO9bIlNnFUCNZIK1xWRjp4Kjyast3o+o6Vb3Y9S0Tzta4YvsxNWpx7g8Zl8sMt4oJEsy5GcEin22kw8+6a4UbuZEbuZH/lzKgSBSfFo0qEsW1D9MUCRF88auIaj+e/hJRIr+oDgtjOkOBbJKHyX4VorjlymjYaLZeUVJhj+4fV5GBUp8CietH5KkS8Mms4gYUVYE9jJFlteel6SrA9/V9Ia/VgO9XDJ6tKeGeOlZ7WqrAx7eMDkpXB/9Q8QWyNTWm5lhxy06LKwGvL5InasA/Vew80DM14PeUnhaA71NCXm91BT7ZQYwS2W3FF0j+peBZQxX4l7HLuX/fSZLBgN/rAvy9DmLUEYl91TnXzS7Af9dBjN31QfKoC/C3OogBPqm4s4HRr+Yyud1BDPApdxeEK8vR5eDjdzrId2rBq895L6kBr7qXATm8Inhb45fVgFfeTf5CDXjlye4vKsDH9cyVwT/kRWJv1F6e0X9AEM/b4En8ngg+obyf9tbljnxH8EYRPW32wDYJ93sHYu57igmea3zspdrLYy7wCcywuiXiUafefieDP1V7XoTs+IHXLenru3PngacI4GtkKCY0XbPLQ16S9hQD/IgB/tHlp9ybnErgp7sPR06L4Ns6z19ZFn3A64OmLOrxO+9//cFL3ovgp0RT01Ooy1B5o4tHbFnt5VE2LIJP9JC3bhoqb+44rdrGt3zAl6wCgwD+rve+d23wpQEX+Knuz0CTwD++6gW5ZVQE3zYWx19YVAavOhnsC96KP3cAL2h8nQyINj7WQ0+82n3R1CgHPx0RwU93uxtl0xL47u9YlzLoB16jVgFf8A/8wPdkMdKSxivvOxkVwSfaxv357kgk8D08Kl1Kxs/Gm32BfcHDE+GAj2u8k7ADvoc6UgZ/ruKihLMkMviunRNGRoPV+PTXggfyDvg+jWhJB3wy24M7njHA9145dCdRqXLtoR10KoFX3pvMD3zpUvD0xAYfbzDs+yu4k0+6P4OWAT7ZuzvUjbCmCB5b/h5CnLV2ho8Z4O+Z4Klqr6bmk/vTax42nkmf9QdWqCbegO8joh/fQ8jlp1vfEPz+5TtYC88k8Mr78vUG3hiTwIwT/M0BvwkrPgjgkz1Ed38Xwb9V7bUxKjWg1kaHPWRUkKilVzJ4xaeF3Qx6An+iadqJ6Wn+IYCHwlK2e8Tao/jykSM/eskR5/6naeMVXx6cqhydaQ8YgAihgnfD1p4fjYiNubvfgM2vFs1P49Me4OlvGCl4z/uAMiqA/wIbt8UUlAmQGb3lO8ZqDIX/07htWbVXh2fQW3Tynu3pS+DXVA+37ADeLCBVrmhd7tw1R0M54PUt+C6Bf2vcNkY1YW2n6OT35vOiumsuJV10MxDB237jbRG86k4GgKZ38O//+uuvTyB3nTwIDs/8LGm8xt0D+Cd6mR3AGxqf/KD68vjQsR7Av7P8RiaCT7WP07nymfnZeC/w3LpYsUoxAbUIG19J4Acsv2ykO/ABpVzhJM5603h7EIV5I3iB1J76AQo+iRA9Y26XNN4A3575O4BtUjcDaIHywYJQ52Z7Af9a9eV11c1AzH9YuzXfiQmoJeXgqU83A2/wP/iAbwFhqZtBbMjSnOc9abzqlCuj3WS7RfAW4KaUB7lQ7tUQn24G+qC5vTP4uFNYBm9HGZ90qfGGU9NDi7db6SLbLXD/aO1mRoXtzJ9yU+PTzaA38PB4UKmbgTk3EJHuRyfwRuYvCPB+2e6UI1Z+FUz6M2u36DsZvHLxyXbrLXO7BP5XP/CAWcp2x15aKvLobWc/3gLfj+R7Ca51K7spL/Kp1JIjzxwZtc5b1njlKVffpKt+4NWA+oe7k+/v3r3799+fBPDgAlEx2y2o7tSyIxkPMSMGI9b9Ui67CQ/wqbWId2l78KcVFU4FBJ76JF25o4IigddOTjTNiOdR+reYciV0SAL/2XbLOv88/ckKx/MpPZTnunEuA09bE6GegzztxWERvPpcN6EHvYC3xnzyUJmY66aEnkvgn3dXGzGyJWm84lw3yrCXxvNAb0c5deW6VYsf+PiiWcA/EeKAx+A9lbLdye3uvABGbkngladcMdv9VeCfBZv5I9Qn2x3fMQv4gaea060GE7Qu8CNdjuyg9yXwilOuKFK2+18E3ifbfSl4ogm5blRvKdvdn9W6C3cxGfyU+vHr0YRnv73IJb/00QBv7BoJYB4Jn2y3frnGC+D57FkS+FiXGm/2qgks5epKuvYA/rYAXn3K1TfpGt8yt/uCPxE6GWCE3gW+uxwerRvgrTxIABrf9NT4lI87aYsIXp6uTJH4gT80t/uCrwudDPhkdtJYHEDYLuLu5t+arPEDAYD3brkmhITftCOWO2lGhU2ND6sHT2t+4MUGFHiP2km99scPv/7z6e5vxkzBYsrVmpVMAN+5g4ydzE+7wCu/QNL0GWJsD9oWewt/tCdJkfIgqke5oviBPxK68N35++57p8fwb0bEV8j8HfGJacRuBtB0fdQuP1o9YX+0EovU7FVjZv66rRl6EU/wKbGnfEqKkZlndi9g8Mwn2y2DF+WBqfE/OODx6aCusd1ecxs4EZofrd8flMBnA5itiV6e+3PAP7Ojwu/EBJT6zB+Yap8UVKMH8Ft8Uqbty8Z2O9HJ+1a03+rOZILvDwT8pXFhJ/90aoM3NP4d7psKBLw4trvBxyFcBr5uGOhfHfA7CJ5eOrZbAF8zj26Faswxf/1BTAF2LIFPWKY95QV+2AlO3hM03n9y4q8XAXyppmW2bPbm9i7A64sUg3qfewA/YAH+XQKvOtfNRQKfOm0aQpeccLED3u5NPC1ofDisengxQffCAa+ncRLIzE6Dq7Gvxp8YO2KI2IwKH/Dp9S4d2y2AtyvRw1si+KfqL9CVdE0M83VMitPb4N/ZwbBpMRzfRc+/rxDH0vA8K6NGFEGXwPNuBe//5uANaPQvB3yLP6Au8LG3hnhmoOyAwpEIPvs6iBnv9lz9hQ1hwuAoS99vv7NjMqO3xTyI8uHFIFQAb6T7KI8i6KZScvCf/vmhVme09sABTz6J4DFS/EZuQZ0b/TyZEy4WwFt+vBWqMVOun4OYg1LKdjsjhYVwsWNqjIYSnJ0Zjjcq5tSF+rNipOGAN9J9NO0Gb7VceX+mOwZQngdxUq5ATMp226NxhBatA95qndmhmuBy3Ti3sAje7qgx7QH+tn3fdyXwgbyNyOlmYIDHmfnj3uCxzfTggdnT4a4Inrmz3XYyidEnMTf4+79bP16XRrlm3wRhai4k8HY9GY3YbSg3eLiaZ7cF8EGkXMVuBkbWCRQ6c6TrJU/wDx58+sP88l5MueJTII/tttKnjE5tx2JZAfz9W6261c/fCtU8lG6WWpGGGINnaDWaL44jxnu5TPD37n0ctefEt8CLNbJi2XLAL9oKV2/pZthEBP8/d39w2vQC+Bp/Yc9jOSBvmQ3YNrAM7JMc/P37v6dxTnrzeU/L4fhHQfjxu1ImRGgLseguvkWBgwfqw867npgVnAwOPBO6GeiWBWDWSxOIDP6EOCNSmNDJoMY1fkgGb0+AwqcTHngE7O/3bWU0Z2wDsQdAOSnXAMAPS+DX7Hqd/x89PY4kOHUivCSKyuDbXxJ4dWFCNwM7Bs9ZeYBnwoTNPA9igufjpeRstzM2wRI68LJVd60jP7rBByAy+HDT7Tk1T4ddUV+4AyZ4Y5fuh8d2L0wYYqx/8SjgF4+vOylXDp7JY7txbII8VaMxb7brKC0Z/OMgNF4a2x1OtYFv/00Af1sEr36wJf6ok3SNH3kU8AXvyvwR5gL/1pV1ZfaHID/9KYXjzwMBL2l8e/qUeczlKYFPBZDrlsFvehToBjzvfkUHXBo/QDsPX4EnoGZGDOyUaxDuZNTVzWC3ab4wwFPQljZPLfcyuFy31M0gflDjrycS+3+5wDOzAvjjkx0j69O5CXGDT24vQ0XqPyM+ZZlDq+ekNdgygFx3G/hUKrEU7fSShOiz2+9c4APQByp2M4jH9aMMk3KjbRqPiLV/3vM2rAWer3dlu/kLhp6c+4IfaNkdVm8Jo1wDMDUy+BR/beLxsN8bQ0Y/3rOxBwqeydnuuK4f1MQCbaYGld3sNGyCj5uuWfvkWNnYyKMB/lIQASj6quktEXuQKVfjvaxuSSVSuy77QQ0bI1C3R7m2v9xYgbRnu3V9E7xtYmq+DZ5yZPV/7jyw+2o747oJkvealQzU/vMQFUwOWDLtx1sS9VvfG+la5TM6m7/o2ZUM1H5ffIsrnGH02b17IvbbdtIwkNPyynbr8cU6NbqoOhoP2B1lFxWe18lgM7Ntub+kOT/ZywHnzTi1n2Rlx67x1o6BgCfenScxGbXmWBw6elumjlN9mm/uWlNvAMEKDHglXeN6aXNQk8BzZb/Thl1w/0fc3B0PJ7b9WON9jKFClbD/KY4KdLe5FF1ih5xrInzBfZzmMxf2d2KKPICUK/GfUBus/WKNoreJ4JlL2YVxJHaDt9Pc/dlY9smU1vK2MRb4QDJ/hPlz5yZnbzr6UcYOyi7F8INIuXaayRydnEFo2N75+wTcGB/sQo/upx1zf8lszKXsD5PcFDnPRVDgO6g8OjkRl40xhkcJj8W3Bt8XR7U3pj8UqMvYoYg1hmH5YSyb9Nf6ZNKl7JK2gzn6rHh6JlPY8HHCcxyULZKNaXsiwBoF8g4utqPrHadblZLd37mL6vqW5X5SNvQc3xztx14A/32/fIeSWAEH84ox7AExvZ/wq2El8GhjJCOTShxj3DKYF8/RgVaf7q/2Ini3ssN+rbrd4EIHdOBlNnYZ+D9HXM8F1r3MI4SmRnh4oLm75j0WSgD/zt31KZFYmu78LsCrCbjW6UN/9HHbxrg3QDuXEvcLN7XH27F2x9IB//1Ivxv7q0BiNO6rHD3DV7OG261OSnbabepr7jZWIFJf7POxOHFPGwPWf6fmqQiUTj2Jeaq9YWMk7vB8oJMf/DskUWmjFylPi+P2Y/C9upGz4UuCfMrOS8tseqKPe2KPtzTq3RkDA+/a8tNYu4+DNsbVs/X1EKHfQN2N8wJrDxVt+wiRd67nAFq1S2KrNtCzwpd/0tpiqd3ixD0q1MM0NzH+p0bp+atY55nNk+jaf/t3dkaXUt6johzs38bGSEK1VqOzj8PjCbUueGFFm/RQe1vZRx59ExvTLljR+qJPRc5Gr+H1uaj46S8dfJy43jeotVWoHgcyomzgX3pWtLHY8yH6zYyMdGJ8IPf0nofFwRo1dRE1Sn3r08L3iZN6K+6t9rr+BactYF7ZMh8ZeJN0VbTJZKz/TSAB4F4E1N5d0YLTfnrdryvmfZralD1+0NZN4FKhRFv+IFocsDHBvBG9F0FjQofPxGZVIrI3HdCrq3sRrGgl9PESRul7Vwg0So5/CS3UV+fcogVwzj2dFm9W8YrWwI6pWGae7/WeGKPaYMNir5cwMPD1ji3VXn6IgY0ZeXntNkaW5ilYHAwMXLcmyMJqW7oej+uNVpcj5DvJ+fPtoWt/kj0kur8fQPeNK8tJq+8o3QWv0I1ci9yAvya5AX9NcgP+muQG/DXJDfhrkhvw1yQ34K9JbsBfkwjgy/P8z/rYZftMzE14b7h81xuxRACfy+PnKpmVS4y5aeahvZtfDa2U2w6WL6g+vf+7IoCvEuNzVS5RGJe/vyDzoTEyDv/aDuYueiP+ItIjGyGutTOVAtf62UJlJTRZLBYmQvOVQhWUf3ylUs69gE3VF+U8wVIbhQpaqLHJ8aoBvvofgj+PJnNuxXub+4FeX/UsBzI7EZpbx13m4GOB7zeHUMoTodVyuQwWY2wODASI8FMi+EIuFJoh5QUyPpuHxWKxkicrs8VcZWaOFCokH5ojuWJ5kmzw8x0nlWooV6wUyFyoTMYr8BAA+CpZ/xoE1yPlPJpW4btjZSu5F8WJCVGJcgt+h8mHCiCgp5O5UDk3WZwIFV/kZ2eKk7nqWLEyWQ1VCpP5icnJishGBF8mC6ENEipM4vryLIU/xUmuxvAHzrC6TiohtDUEv8/Drhtol8aLoWIFv08UJsvkP1W/FlfwCa3k4FF/katOFKF+G8+VQ+OzlSLg2MiRydBkDu7GeA50bGUM78NYHgzAXL6wsl4pFMbyk2gHFhDRSn6mOhbKTYTK43gDixvV0GpurgIKP5OfqI7h81IUfloy1PC7+fFQkYeLZ/Pm7QbwE2SOL6yTGb5qYgPUH218AWvTOTJv3spCkd+Z/45MboTyYxUgPTcOS+vVSigPhEFN4WZUxkJjhdCLSqhQBTObm8+vgxUIzRRX5osLxdBcbq4YGs+H8uXQJMKZL64XJ2eLyHYenRRucWcr1eJGfrZcrMwWAXxFdFsk8PCoAOLi7OrMzEqIg19ZQPALBA1XHsCvhFbH8XdmiQEef2OOGDdmAsBv/Lc0fiwPpPK5XHGDKyOAh78bs5xwObcxX8Dv6+P4PZQjUIuBhYWPDVCvfHUyNDsbqmyEcOtYcQFuRKhSNsFXEcwsd/JmcnNQYrwsK7wMHkxJkZsOKLQ+i5tMU5ODfxOkPIcaX8RjjhMojC7QAq8ailDhjoGpGTd2/u9IbhY0ej60PgEmYmMOwa+EXlRzqwipOg7g82OAGcz77FhuHrV2DCBOzgHRYvkFB19FA4QPwyqim4Py1RcG8sok3gnj5oYKc6HqpPjLsk/ITcVqkRRIAf31QhF+a5IUJiZIsUBeQCUwg4AJePJluBF5sIhQhkzAulwBdsWHhPyHvBp8cmdCEzlQnbEcPL1zxepcDswnXPVsMV+cXyGVhSJsXOcrV8q5BRKq5PMbYGNy5fI4mJLQZLUyhyjy+dVqDq5/DMuXSSE/PosfK3BsuHU5rAuKUrNTBl+u8I3VStn4hg/X6kZlAT/AjM9XsIpYhfVo6+dwM3ysGoXAxlTR5ax4u2f/UuGuyoS1BBYW/+LVreL3lRmzhLFyAT+wTGhmNbQKZheakdzSLCxMwDFWZ8yiq/B9YQXWLZi743FCsld0E6u5okxsfN1+N+CvSW7AX5PcgL8muQF/TXID/prkBvw1yQ34a5Ib8NckN+CvSf4XBgJB6/nzRI8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How the Web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vs. Server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Browser (Client):</a:t>
            </a:r>
            <a:r>
              <a:rPr lang="en-US" dirty="0" smtClean="0"/>
              <a:t> Requests information (Chrome, Firefox).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Server:</a:t>
            </a:r>
            <a:r>
              <a:rPr lang="en-US" dirty="0" smtClean="0"/>
              <a:t> Stores and sends files.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The Code:</a:t>
            </a:r>
            <a:r>
              <a:rPr lang="en-US" dirty="0" smtClean="0"/>
              <a:t> HTML, CSS, and JS are sent to your browser to be rendered.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85818"/>
          </a:xfrm>
        </p:spPr>
        <p:txBody>
          <a:bodyPr>
            <a:normAutofit/>
          </a:bodyPr>
          <a:lstStyle/>
          <a:p>
            <a:r>
              <a:rPr lang="en-US" b="1" dirty="0" smtClean="0"/>
              <a:t>HTML - The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785926"/>
            <a:ext cx="8229600" cy="35004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House Analogy</a:t>
            </a:r>
          </a:p>
          <a:p>
            <a:pPr lvl="1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🏗️ </a:t>
            </a:r>
            <a:r>
              <a:rPr lang="en-US" b="1" dirty="0" smtClean="0"/>
              <a:t>HTML:</a:t>
            </a:r>
            <a:r>
              <a:rPr lang="en-US" dirty="0" smtClean="0"/>
              <a:t> The Framework (Walls, Beams)</a:t>
            </a:r>
          </a:p>
          <a:p>
            <a:pPr lvl="1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🎨 </a:t>
            </a:r>
            <a:r>
              <a:rPr lang="en-US" b="1" dirty="0" smtClean="0"/>
              <a:t>CSS:</a:t>
            </a:r>
            <a:r>
              <a:rPr lang="en-US" dirty="0" smtClean="0"/>
              <a:t> The Decoration (Paint, Carpet)</a:t>
            </a:r>
          </a:p>
          <a:p>
            <a:pPr lvl="1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⚡ </a:t>
            </a:r>
            <a:r>
              <a:rPr lang="en-US" b="1" dirty="0" smtClean="0"/>
              <a:t>JavaScript:</a:t>
            </a:r>
            <a:r>
              <a:rPr lang="en-US" dirty="0" smtClean="0"/>
              <a:t> The Functionality (Electricity, Garage Door)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  <p:sp>
        <p:nvSpPr>
          <p:cNvPr id="57346" name="AutoShape 2" descr="https://lh3.googleusercontent.com/gg-dl/AOI_d_8O4jWm7NaeZwGTVGkVoF2fxY2aZ5U4vkNkNpiLTuta1jN0ZymN65PPeGdeL0At8G8pJ6hvlwE26gOm03SF-dPE0oVaoTu9RTiZbEikzQTO3X6yrHBR3CJeaeEtVCIKLV1ETa4_UP-RAdCDefYkSoyv68JOrdL26PRVkbo_FYT4Fcws=s1600-rj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85818"/>
          </a:xfrm>
        </p:spPr>
        <p:txBody>
          <a:bodyPr>
            <a:normAutofit/>
          </a:bodyPr>
          <a:lstStyle/>
          <a:p>
            <a:r>
              <a:rPr lang="en-US" b="1" dirty="0" smtClean="0"/>
              <a:t>HTML - The Structure</a:t>
            </a:r>
            <a:endParaRPr lang="en-US" dirty="0"/>
          </a:p>
        </p:txBody>
      </p:sp>
      <p:sp>
        <p:nvSpPr>
          <p:cNvPr id="57346" name="AutoShape 2" descr="https://lh3.googleusercontent.com/gg-dl/AOI_d_8O4jWm7NaeZwGTVGkVoF2fxY2aZ5U4vkNkNpiLTuta1jN0ZymN65PPeGdeL0At8G8pJ6hvlwE26gOm03SF-dPE0oVaoTu9RTiZbEikzQTO3X6yrHBR3CJeaeEtVCIKLV1ETa4_UP-RAdCDefYkSoyv68JOrdL26PRVkbo_FYT4Fcws=s1600-rj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unnam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3198"/>
            <a:ext cx="9144000" cy="4987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HTML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28932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HTML?</a:t>
            </a:r>
          </a:p>
          <a:p>
            <a:pPr lvl="1"/>
            <a:r>
              <a:rPr lang="en-US" dirty="0" err="1" smtClean="0"/>
              <a:t>HyperText</a:t>
            </a:r>
            <a:r>
              <a:rPr lang="en-US" dirty="0" smtClean="0"/>
              <a:t> Markup Language.</a:t>
            </a:r>
          </a:p>
          <a:p>
            <a:pPr lvl="1"/>
            <a:r>
              <a:rPr lang="en-US" dirty="0" smtClean="0"/>
              <a:t>Uses </a:t>
            </a:r>
            <a:r>
              <a:rPr lang="en-US" b="1" dirty="0" smtClean="0"/>
              <a:t>Tags</a:t>
            </a:r>
            <a:r>
              <a:rPr lang="en-US" dirty="0" smtClean="0"/>
              <a:t> to define elements.</a:t>
            </a:r>
          </a:p>
          <a:p>
            <a:pPr lvl="1"/>
            <a:r>
              <a:rPr lang="en-US" dirty="0" smtClean="0"/>
              <a:t>Tags usually come in pairs: &lt;opening&gt; and &lt;/closing&gt;.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8662" y="4786322"/>
            <a:ext cx="7000924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&lt;p&gt;This is a paragraph.&lt;/p&gt;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&lt;h1&gt;This is a Heading&lt;/h1&gt;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Common HTML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dirty="0" smtClean="0"/>
              <a:t>&lt;h1&gt; to &lt;h6&gt;: Headings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&lt;p&gt;: Paragraphs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&lt;a </a:t>
            </a:r>
            <a:r>
              <a:rPr lang="en-US" dirty="0" err="1" smtClean="0"/>
              <a:t>href</a:t>
            </a:r>
            <a:r>
              <a:rPr lang="en-US" dirty="0" smtClean="0"/>
              <a:t>="..."&gt;: Links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="..."&gt;: Images (Self-closing)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&lt;button&gt;: Clickable buttons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b="1" dirty="0" smtClean="0"/>
              <a:t>The HTML Skeleton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64294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 Document Structure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57224" y="1928802"/>
            <a:ext cx="6143668" cy="3571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&lt;head&gt;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&lt;title&gt;My Page&lt;/title&gt;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&lt;/head&gt;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&lt;body&gt;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&lt;!-- Content goes here --&gt;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&lt;/body&gt;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&lt;/html&gt;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8596" y="5715016"/>
            <a:ext cx="8229600" cy="928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&lt;head&gt;: Meta info (not visible).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&lt;body&gt;: Visible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HTML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791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Let's Build Structure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0034" y="2643182"/>
            <a:ext cx="8229600" cy="27860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&lt;h1&gt;Welcome!&lt;/h1&gt;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&lt;p&gt;Learn to code today.&lt;/p&gt;</a:t>
            </a: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&lt;button&gt;Sign Up&lt;/button&gt;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 to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Cascading Style Sheets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Controls layout, colors, fonts, and spacing.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Separates content (HTML) from design (CSS).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Makes sites responsive (mobile-friendly).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CSS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1435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Write CSS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28662" y="2214554"/>
            <a:ext cx="7729534" cy="1428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selector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property: value;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28662" y="4643446"/>
            <a:ext cx="7729534" cy="1857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h1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color: blue;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font-size: 20px;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0034" y="4143381"/>
            <a:ext cx="5572164" cy="428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Selectors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86055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Targeting Elements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Element:</a:t>
            </a:r>
            <a:r>
              <a:rPr lang="en-US" sz="2400" dirty="0" smtClean="0"/>
              <a:t> p { } (All paragraphs)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Class:</a:t>
            </a:r>
            <a:r>
              <a:rPr lang="en-US" sz="2400" dirty="0" smtClean="0"/>
              <a:t> .</a:t>
            </a:r>
            <a:r>
              <a:rPr lang="en-US" sz="2400" dirty="0" err="1" smtClean="0"/>
              <a:t>btn</a:t>
            </a:r>
            <a:r>
              <a:rPr lang="en-US" sz="2400" dirty="0" smtClean="0"/>
              <a:t> { } (Reusable, multiple elements)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ID:</a:t>
            </a:r>
            <a:r>
              <a:rPr lang="en-US" sz="2400" dirty="0" smtClean="0"/>
              <a:t> #header { } (Unique, one per page)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28662" y="4643446"/>
            <a:ext cx="5715040" cy="11541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&lt;p class="text"&gt;Hello&lt;/p&gt;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&lt;div id="main"&gt;Content&lt;/div&gt;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Box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Everything is a Box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Content:</a:t>
            </a:r>
            <a:r>
              <a:rPr lang="en-US" dirty="0" smtClean="0"/>
              <a:t> The text/image.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Padding:</a:t>
            </a:r>
            <a:r>
              <a:rPr lang="en-US" dirty="0" smtClean="0"/>
              <a:t> Space inside the border.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Border:</a:t>
            </a:r>
            <a:r>
              <a:rPr lang="en-US" dirty="0" smtClean="0"/>
              <a:t> The line around the padding.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Margin:</a:t>
            </a:r>
            <a:r>
              <a:rPr lang="en-US" dirty="0" smtClean="0"/>
              <a:t> Space outside the border.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CSS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792"/>
          </a:xfrm>
        </p:spPr>
        <p:txBody>
          <a:bodyPr>
            <a:normAutofit/>
          </a:bodyPr>
          <a:lstStyle/>
          <a:p>
            <a:pPr marL="514350" indent="-514350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Styling the Page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472" y="2571744"/>
            <a:ext cx="8086724" cy="2357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button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 background: green;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 color: white;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 padding: 10px 20px;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 border: none;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JavaScript - The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Making it Interactive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A programming language.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Runs in the browser.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Handles logic, data, and user events.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Examples:</a:t>
            </a:r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Form validation.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Image sliders.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Fetching data (like tweets or weather).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Variables &amp;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285751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Storing Information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/>
              <a:t>Variables:</a:t>
            </a:r>
            <a:r>
              <a:rPr lang="en-US" sz="2400" dirty="0" smtClean="0"/>
              <a:t> Containers for data.</a:t>
            </a:r>
          </a:p>
          <a:p>
            <a:pPr lvl="2">
              <a:lnSpc>
                <a:spcPct val="160000"/>
              </a:lnSpc>
            </a:pPr>
            <a:r>
              <a:rPr lang="en-US" dirty="0" smtClean="0"/>
              <a:t>Keywords: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let,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and const</a:t>
            </a:r>
            <a:r>
              <a:rPr lang="en-US" dirty="0" smtClean="0"/>
              <a:t>	</a:t>
            </a:r>
          </a:p>
          <a:p>
            <a:pPr lvl="1">
              <a:lnSpc>
                <a:spcPct val="160000"/>
              </a:lnSpc>
            </a:pPr>
            <a:r>
              <a:rPr lang="en-US" sz="2400" b="1" dirty="0" smtClean="0"/>
              <a:t>Types:</a:t>
            </a:r>
            <a:r>
              <a:rPr lang="en-US" sz="2400" dirty="0" smtClean="0"/>
              <a:t> Strings (text), Numbers, Booleans (true/false).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71538" y="4500570"/>
            <a:ext cx="6786610" cy="20717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lnSpc>
                <a:spcPct val="160000"/>
              </a:lnSpc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userName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"Alice";</a:t>
            </a:r>
          </a:p>
          <a:p>
            <a:pPr marL="342900" lvl="0" indent="-342900">
              <a:lnSpc>
                <a:spcPct val="160000"/>
              </a:lnSpc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let age = 25;</a:t>
            </a:r>
          </a:p>
          <a:p>
            <a:pPr marL="342900" lvl="0" indent="-342900">
              <a:lnSpc>
                <a:spcPct val="160000"/>
              </a:lnSpc>
              <a:spcBef>
                <a:spcPct val="20000"/>
              </a:spcBef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isLoggedIn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true;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8598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Reusable Actions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A block of code designed to perform a task.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Can be "called" (run) whenever needed.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8596" y="4429132"/>
            <a:ext cx="8229600" cy="15716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alert("Hello World!");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2886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 Object Model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JS connects to HTML via the DOM.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JS can </a:t>
            </a:r>
            <a:r>
              <a:rPr lang="en-US" b="1" dirty="0" smtClean="0"/>
              <a:t>find</a:t>
            </a:r>
            <a:r>
              <a:rPr lang="en-US" dirty="0" smtClean="0"/>
              <a:t> elements.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JS can </a:t>
            </a:r>
            <a:r>
              <a:rPr lang="en-US" b="1" dirty="0" smtClean="0"/>
              <a:t>change</a:t>
            </a:r>
            <a:r>
              <a:rPr lang="en-US" dirty="0" smtClean="0"/>
              <a:t> elements.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0034" y="4929198"/>
            <a:ext cx="8229600" cy="9715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document.querySelector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("h1").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innerText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"New Title!";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7167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Listening to the User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JS waits for things to happen.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Click</a:t>
            </a:r>
            <a:r>
              <a:rPr lang="en-US" dirty="0" smtClean="0"/>
              <a:t>, </a:t>
            </a:r>
            <a:r>
              <a:rPr lang="en-US" b="1" dirty="0" smtClean="0"/>
              <a:t>Scroll</a:t>
            </a:r>
            <a:r>
              <a:rPr lang="en-US" dirty="0" smtClean="0"/>
              <a:t>, </a:t>
            </a:r>
            <a:r>
              <a:rPr lang="en-US" b="1" dirty="0" smtClean="0"/>
              <a:t>Submit</a:t>
            </a:r>
            <a:r>
              <a:rPr lang="en-US" dirty="0" smtClean="0"/>
              <a:t>, </a:t>
            </a:r>
            <a:r>
              <a:rPr lang="en-US" b="1" dirty="0" smtClean="0"/>
              <a:t>Load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8596" y="4714884"/>
            <a:ext cx="8229600" cy="8572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button.addEventListener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("click",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Tools of the Trade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to Code?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Editor:</a:t>
            </a:r>
            <a:r>
              <a:rPr lang="en-US" dirty="0" smtClean="0"/>
              <a:t> VS Code (Recommended), Sublime Text.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Browser:</a:t>
            </a:r>
            <a:r>
              <a:rPr lang="en-US" dirty="0" smtClean="0"/>
              <a:t> Chrome or Firefox (Use Developer Tools!).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Practice:</a:t>
            </a:r>
            <a:r>
              <a:rPr lang="en-US" dirty="0" smtClean="0"/>
              <a:t> </a:t>
            </a:r>
            <a:r>
              <a:rPr lang="en-US" dirty="0" err="1" smtClean="0"/>
              <a:t>CodePen</a:t>
            </a:r>
            <a:r>
              <a:rPr lang="en-US" dirty="0" smtClean="0"/>
              <a:t>, </a:t>
            </a:r>
            <a:r>
              <a:rPr lang="en-US" dirty="0" err="1" smtClean="0"/>
              <a:t>JSFiddle</a:t>
            </a:r>
            <a:r>
              <a:rPr lang="en-US" dirty="0" smtClean="0"/>
              <a:t> (for quick tests).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Next Steps &amp;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 Building!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Practice:</a:t>
            </a:r>
            <a:r>
              <a:rPr lang="en-US" dirty="0" smtClean="0"/>
              <a:t> Build a personal portfolio.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Docs:</a:t>
            </a:r>
            <a:r>
              <a:rPr lang="en-US" dirty="0" smtClean="0"/>
              <a:t> MDN Web Docs (The Bible of Web Dev).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Courses:</a:t>
            </a:r>
            <a:r>
              <a:rPr lang="en-US" dirty="0" smtClean="0"/>
              <a:t> </a:t>
            </a:r>
            <a:r>
              <a:rPr lang="en-US" dirty="0" err="1" smtClean="0"/>
              <a:t>freeCodeCamp</a:t>
            </a:r>
            <a:r>
              <a:rPr lang="en-US" dirty="0" smtClean="0"/>
              <a:t>, The Odin Project.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Q&amp;A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1370</Words>
  <Application>Microsoft Office PowerPoint</Application>
  <PresentationFormat>On-screen Show (4:3)</PresentationFormat>
  <Paragraphs>186</Paragraphs>
  <Slides>22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Web Development</vt:lpstr>
      <vt:lpstr>Web Development Fundamentals</vt:lpstr>
      <vt:lpstr>Agenda</vt:lpstr>
      <vt:lpstr>How the Web Works</vt:lpstr>
      <vt:lpstr>HTML - The Structure</vt:lpstr>
      <vt:lpstr>HTML - The Structure</vt:lpstr>
      <vt:lpstr>HTML Basics</vt:lpstr>
      <vt:lpstr>Common HTML Tags</vt:lpstr>
      <vt:lpstr>The HTML Skeleton</vt:lpstr>
      <vt:lpstr>HTML Demo</vt:lpstr>
      <vt:lpstr>Intro to CSS</vt:lpstr>
      <vt:lpstr>CSS Syntax</vt:lpstr>
      <vt:lpstr>Selectors</vt:lpstr>
      <vt:lpstr>The Box Model</vt:lpstr>
      <vt:lpstr>CSS Demo</vt:lpstr>
      <vt:lpstr>JavaScript - The Logic</vt:lpstr>
      <vt:lpstr>Variables &amp; Data</vt:lpstr>
      <vt:lpstr>Functions</vt:lpstr>
      <vt:lpstr>The DOM</vt:lpstr>
      <vt:lpstr>Events</vt:lpstr>
      <vt:lpstr>Tools of the Trade</vt:lpstr>
      <vt:lpstr>Next Steps &amp; Resources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233</cp:revision>
  <dcterms:created xsi:type="dcterms:W3CDTF">2026-02-15T10:58:32Z</dcterms:created>
  <dcterms:modified xsi:type="dcterms:W3CDTF">2026-03-08T19:40:35Z</dcterms:modified>
</cp:coreProperties>
</file>